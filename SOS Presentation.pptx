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3" r:id="rId7"/>
    <p:sldId id="268" r:id="rId8"/>
    <p:sldId id="264" r:id="rId9"/>
    <p:sldId id="269" r:id="rId10"/>
    <p:sldId id="265" r:id="rId11"/>
    <p:sldId id="270" r:id="rId12"/>
    <p:sldId id="271" r:id="rId13"/>
    <p:sldId id="272" r:id="rId14"/>
    <p:sldId id="273" r:id="rId15"/>
    <p:sldId id="274" r:id="rId16"/>
    <p:sldId id="275" r:id="rId17"/>
    <p:sldId id="266" r:id="rId18"/>
    <p:sldId id="267" r:id="rId1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90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5223C3-5B8E-48B7-9E54-5DA493A2EA31}" v="2611" dt="2025-04-27T15:51:28.477"/>
    <p1510:client id="{5AC76760-60AD-D020-21D9-B01BA6B9D139}" v="48" dt="2025-04-26T15:07:33.490"/>
    <p1510:client id="{A1E3A51B-A6B4-22A7-0908-CF48F4899046}" v="412" dt="2025-04-26T15:29:24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5" d="100"/>
          <a:sy n="75" d="100"/>
        </p:scale>
        <p:origin x="3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201145-0635-4A01-B76C-C1E8C1B1381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35D2E88-EB18-4977-9BBE-C32BEE1BED88}">
      <dgm:prSet/>
      <dgm:spPr/>
      <dgm:t>
        <a:bodyPr/>
        <a:lstStyle/>
        <a:p>
          <a:r>
            <a:rPr lang="en-GB"/>
            <a:t>Program Threats</a:t>
          </a:r>
          <a:endParaRPr lang="en-US"/>
        </a:p>
      </dgm:t>
    </dgm:pt>
    <dgm:pt modelId="{48B86145-FA17-44A0-81A5-8FC6FAD8724C}" type="parTrans" cxnId="{47600ECE-F7E5-4E08-8900-CEABE0F13927}">
      <dgm:prSet/>
      <dgm:spPr/>
      <dgm:t>
        <a:bodyPr/>
        <a:lstStyle/>
        <a:p>
          <a:endParaRPr lang="en-US"/>
        </a:p>
      </dgm:t>
    </dgm:pt>
    <dgm:pt modelId="{CE1BB46C-5852-4C7C-AADA-5F7CD60E2318}" type="sibTrans" cxnId="{47600ECE-F7E5-4E08-8900-CEABE0F13927}">
      <dgm:prSet/>
      <dgm:spPr/>
      <dgm:t>
        <a:bodyPr/>
        <a:lstStyle/>
        <a:p>
          <a:endParaRPr lang="en-US"/>
        </a:p>
      </dgm:t>
    </dgm:pt>
    <dgm:pt modelId="{1D0D04A9-570B-4228-8E60-9B0AE2D8E127}">
      <dgm:prSet/>
      <dgm:spPr/>
      <dgm:t>
        <a:bodyPr/>
        <a:lstStyle/>
        <a:p>
          <a:r>
            <a:rPr lang="en-GB"/>
            <a:t>System / Network Threats</a:t>
          </a:r>
          <a:endParaRPr lang="en-US"/>
        </a:p>
      </dgm:t>
    </dgm:pt>
    <dgm:pt modelId="{2297F7EE-8600-4D3F-9E23-9027D021BD0D}" type="parTrans" cxnId="{742C41C5-8AC6-493F-8387-5F2F90F4DD0D}">
      <dgm:prSet/>
      <dgm:spPr/>
      <dgm:t>
        <a:bodyPr/>
        <a:lstStyle/>
        <a:p>
          <a:endParaRPr lang="en-US"/>
        </a:p>
      </dgm:t>
    </dgm:pt>
    <dgm:pt modelId="{F6FC7E06-F35C-410E-8D58-23CE601F3B94}" type="sibTrans" cxnId="{742C41C5-8AC6-493F-8387-5F2F90F4DD0D}">
      <dgm:prSet/>
      <dgm:spPr/>
      <dgm:t>
        <a:bodyPr/>
        <a:lstStyle/>
        <a:p>
          <a:endParaRPr lang="en-US"/>
        </a:p>
      </dgm:t>
    </dgm:pt>
    <dgm:pt modelId="{190D0F3A-6F67-4115-A50F-D5BA5B6D31E5}">
      <dgm:prSet/>
      <dgm:spPr/>
      <dgm:t>
        <a:bodyPr/>
        <a:lstStyle/>
        <a:p>
          <a:r>
            <a:rPr lang="en-GB"/>
            <a:t>Authentication Threats</a:t>
          </a:r>
          <a:endParaRPr lang="en-US"/>
        </a:p>
      </dgm:t>
    </dgm:pt>
    <dgm:pt modelId="{4F3C24A9-05DF-4F2C-AAD2-33C48CC4AC54}" type="parTrans" cxnId="{69F89412-8AA2-4B81-93D5-994602B9F200}">
      <dgm:prSet/>
      <dgm:spPr/>
      <dgm:t>
        <a:bodyPr/>
        <a:lstStyle/>
        <a:p>
          <a:endParaRPr lang="en-US"/>
        </a:p>
      </dgm:t>
    </dgm:pt>
    <dgm:pt modelId="{DE2AF26E-ABC0-4626-A646-FD23C8204C26}" type="sibTrans" cxnId="{69F89412-8AA2-4B81-93D5-994602B9F200}">
      <dgm:prSet/>
      <dgm:spPr/>
      <dgm:t>
        <a:bodyPr/>
        <a:lstStyle/>
        <a:p>
          <a:endParaRPr lang="en-US"/>
        </a:p>
      </dgm:t>
    </dgm:pt>
    <dgm:pt modelId="{267BCCDB-D482-494E-BCB7-CB946DAD22AE}" type="pres">
      <dgm:prSet presAssocID="{F6201145-0635-4A01-B76C-C1E8C1B1381A}" presName="outerComposite" presStyleCnt="0">
        <dgm:presLayoutVars>
          <dgm:chMax val="5"/>
          <dgm:dir/>
          <dgm:resizeHandles val="exact"/>
        </dgm:presLayoutVars>
      </dgm:prSet>
      <dgm:spPr/>
    </dgm:pt>
    <dgm:pt modelId="{65921F18-865A-4C0C-A8CE-2DD2F484D8F1}" type="pres">
      <dgm:prSet presAssocID="{F6201145-0635-4A01-B76C-C1E8C1B1381A}" presName="dummyMaxCanvas" presStyleCnt="0">
        <dgm:presLayoutVars/>
      </dgm:prSet>
      <dgm:spPr/>
    </dgm:pt>
    <dgm:pt modelId="{523087C4-7829-419E-BC30-E1E4C975C5E2}" type="pres">
      <dgm:prSet presAssocID="{F6201145-0635-4A01-B76C-C1E8C1B1381A}" presName="ThreeNodes_1" presStyleLbl="node1" presStyleIdx="0" presStyleCnt="3">
        <dgm:presLayoutVars>
          <dgm:bulletEnabled val="1"/>
        </dgm:presLayoutVars>
      </dgm:prSet>
      <dgm:spPr/>
    </dgm:pt>
    <dgm:pt modelId="{81A9F70E-1488-4088-BD01-8F52198416BB}" type="pres">
      <dgm:prSet presAssocID="{F6201145-0635-4A01-B76C-C1E8C1B1381A}" presName="ThreeNodes_2" presStyleLbl="node1" presStyleIdx="1" presStyleCnt="3">
        <dgm:presLayoutVars>
          <dgm:bulletEnabled val="1"/>
        </dgm:presLayoutVars>
      </dgm:prSet>
      <dgm:spPr/>
    </dgm:pt>
    <dgm:pt modelId="{D427002D-1F20-4A7A-B5F3-306B4D3E2374}" type="pres">
      <dgm:prSet presAssocID="{F6201145-0635-4A01-B76C-C1E8C1B1381A}" presName="ThreeNodes_3" presStyleLbl="node1" presStyleIdx="2" presStyleCnt="3">
        <dgm:presLayoutVars>
          <dgm:bulletEnabled val="1"/>
        </dgm:presLayoutVars>
      </dgm:prSet>
      <dgm:spPr/>
    </dgm:pt>
    <dgm:pt modelId="{91034399-AAFE-46F4-9329-C6F28108D353}" type="pres">
      <dgm:prSet presAssocID="{F6201145-0635-4A01-B76C-C1E8C1B1381A}" presName="ThreeConn_1-2" presStyleLbl="fgAccFollowNode1" presStyleIdx="0" presStyleCnt="2">
        <dgm:presLayoutVars>
          <dgm:bulletEnabled val="1"/>
        </dgm:presLayoutVars>
      </dgm:prSet>
      <dgm:spPr/>
    </dgm:pt>
    <dgm:pt modelId="{331624E2-8B95-4AB6-9307-F533D2E2E801}" type="pres">
      <dgm:prSet presAssocID="{F6201145-0635-4A01-B76C-C1E8C1B1381A}" presName="ThreeConn_2-3" presStyleLbl="fgAccFollowNode1" presStyleIdx="1" presStyleCnt="2">
        <dgm:presLayoutVars>
          <dgm:bulletEnabled val="1"/>
        </dgm:presLayoutVars>
      </dgm:prSet>
      <dgm:spPr/>
    </dgm:pt>
    <dgm:pt modelId="{8A697506-A851-4483-992D-BCC222EFB4CE}" type="pres">
      <dgm:prSet presAssocID="{F6201145-0635-4A01-B76C-C1E8C1B1381A}" presName="ThreeNodes_1_text" presStyleLbl="node1" presStyleIdx="2" presStyleCnt="3">
        <dgm:presLayoutVars>
          <dgm:bulletEnabled val="1"/>
        </dgm:presLayoutVars>
      </dgm:prSet>
      <dgm:spPr/>
    </dgm:pt>
    <dgm:pt modelId="{BC2448FD-C14E-4029-A361-0A20975370FF}" type="pres">
      <dgm:prSet presAssocID="{F6201145-0635-4A01-B76C-C1E8C1B1381A}" presName="ThreeNodes_2_text" presStyleLbl="node1" presStyleIdx="2" presStyleCnt="3">
        <dgm:presLayoutVars>
          <dgm:bulletEnabled val="1"/>
        </dgm:presLayoutVars>
      </dgm:prSet>
      <dgm:spPr/>
    </dgm:pt>
    <dgm:pt modelId="{7AD84FA0-677B-48BC-BDCC-106D3AE0918A}" type="pres">
      <dgm:prSet presAssocID="{F6201145-0635-4A01-B76C-C1E8C1B1381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9F89412-8AA2-4B81-93D5-994602B9F200}" srcId="{F6201145-0635-4A01-B76C-C1E8C1B1381A}" destId="{190D0F3A-6F67-4115-A50F-D5BA5B6D31E5}" srcOrd="2" destOrd="0" parTransId="{4F3C24A9-05DF-4F2C-AAD2-33C48CC4AC54}" sibTransId="{DE2AF26E-ABC0-4626-A646-FD23C8204C26}"/>
    <dgm:cxn modelId="{1376B02B-DDF9-4998-B54C-EA1611F4DF01}" type="presOf" srcId="{CE1BB46C-5852-4C7C-AADA-5F7CD60E2318}" destId="{91034399-AAFE-46F4-9329-C6F28108D353}" srcOrd="0" destOrd="0" presId="urn:microsoft.com/office/officeart/2005/8/layout/vProcess5"/>
    <dgm:cxn modelId="{BA128A47-7A56-460D-B948-DBEA3006FBDD}" type="presOf" srcId="{190D0F3A-6F67-4115-A50F-D5BA5B6D31E5}" destId="{7AD84FA0-677B-48BC-BDCC-106D3AE0918A}" srcOrd="1" destOrd="0" presId="urn:microsoft.com/office/officeart/2005/8/layout/vProcess5"/>
    <dgm:cxn modelId="{26F42A55-50DC-425F-8991-14FECFA74674}" type="presOf" srcId="{1D0D04A9-570B-4228-8E60-9B0AE2D8E127}" destId="{BC2448FD-C14E-4029-A361-0A20975370FF}" srcOrd="1" destOrd="0" presId="urn:microsoft.com/office/officeart/2005/8/layout/vProcess5"/>
    <dgm:cxn modelId="{60E90A94-590B-4825-8E87-3852ADBCFFAA}" type="presOf" srcId="{1D0D04A9-570B-4228-8E60-9B0AE2D8E127}" destId="{81A9F70E-1488-4088-BD01-8F52198416BB}" srcOrd="0" destOrd="0" presId="urn:microsoft.com/office/officeart/2005/8/layout/vProcess5"/>
    <dgm:cxn modelId="{34E83FA5-ABCC-44B5-8DC5-108FB5531023}" type="presOf" srcId="{935D2E88-EB18-4977-9BBE-C32BEE1BED88}" destId="{8A697506-A851-4483-992D-BCC222EFB4CE}" srcOrd="1" destOrd="0" presId="urn:microsoft.com/office/officeart/2005/8/layout/vProcess5"/>
    <dgm:cxn modelId="{2C529EA9-2659-404A-B30F-2090A628D559}" type="presOf" srcId="{935D2E88-EB18-4977-9BBE-C32BEE1BED88}" destId="{523087C4-7829-419E-BC30-E1E4C975C5E2}" srcOrd="0" destOrd="0" presId="urn:microsoft.com/office/officeart/2005/8/layout/vProcess5"/>
    <dgm:cxn modelId="{586432BA-5A67-4ED2-8E82-CD33DF7BE1F2}" type="presOf" srcId="{F6FC7E06-F35C-410E-8D58-23CE601F3B94}" destId="{331624E2-8B95-4AB6-9307-F533D2E2E801}" srcOrd="0" destOrd="0" presId="urn:microsoft.com/office/officeart/2005/8/layout/vProcess5"/>
    <dgm:cxn modelId="{742C41C5-8AC6-493F-8387-5F2F90F4DD0D}" srcId="{F6201145-0635-4A01-B76C-C1E8C1B1381A}" destId="{1D0D04A9-570B-4228-8E60-9B0AE2D8E127}" srcOrd="1" destOrd="0" parTransId="{2297F7EE-8600-4D3F-9E23-9027D021BD0D}" sibTransId="{F6FC7E06-F35C-410E-8D58-23CE601F3B94}"/>
    <dgm:cxn modelId="{1927A5CB-DD35-444A-9547-E96383225D84}" type="presOf" srcId="{190D0F3A-6F67-4115-A50F-D5BA5B6D31E5}" destId="{D427002D-1F20-4A7A-B5F3-306B4D3E2374}" srcOrd="0" destOrd="0" presId="urn:microsoft.com/office/officeart/2005/8/layout/vProcess5"/>
    <dgm:cxn modelId="{47600ECE-F7E5-4E08-8900-CEABE0F13927}" srcId="{F6201145-0635-4A01-B76C-C1E8C1B1381A}" destId="{935D2E88-EB18-4977-9BBE-C32BEE1BED88}" srcOrd="0" destOrd="0" parTransId="{48B86145-FA17-44A0-81A5-8FC6FAD8724C}" sibTransId="{CE1BB46C-5852-4C7C-AADA-5F7CD60E2318}"/>
    <dgm:cxn modelId="{31FB5DD9-1143-42F9-B8EF-04EF90C390ED}" type="presOf" srcId="{F6201145-0635-4A01-B76C-C1E8C1B1381A}" destId="{267BCCDB-D482-494E-BCB7-CB946DAD22AE}" srcOrd="0" destOrd="0" presId="urn:microsoft.com/office/officeart/2005/8/layout/vProcess5"/>
    <dgm:cxn modelId="{9F956F91-8366-4BA9-A7ED-C90C4FEDC3F6}" type="presParOf" srcId="{267BCCDB-D482-494E-BCB7-CB946DAD22AE}" destId="{65921F18-865A-4C0C-A8CE-2DD2F484D8F1}" srcOrd="0" destOrd="0" presId="urn:microsoft.com/office/officeart/2005/8/layout/vProcess5"/>
    <dgm:cxn modelId="{02B6FAB3-A27E-49E8-8FAD-1A7390E1B0D9}" type="presParOf" srcId="{267BCCDB-D482-494E-BCB7-CB946DAD22AE}" destId="{523087C4-7829-419E-BC30-E1E4C975C5E2}" srcOrd="1" destOrd="0" presId="urn:microsoft.com/office/officeart/2005/8/layout/vProcess5"/>
    <dgm:cxn modelId="{8BAE6969-4055-46FD-94B3-D507F848A1F6}" type="presParOf" srcId="{267BCCDB-D482-494E-BCB7-CB946DAD22AE}" destId="{81A9F70E-1488-4088-BD01-8F52198416BB}" srcOrd="2" destOrd="0" presId="urn:microsoft.com/office/officeart/2005/8/layout/vProcess5"/>
    <dgm:cxn modelId="{DF270F86-37A1-46D4-8E83-1A753BCD68F1}" type="presParOf" srcId="{267BCCDB-D482-494E-BCB7-CB946DAD22AE}" destId="{D427002D-1F20-4A7A-B5F3-306B4D3E2374}" srcOrd="3" destOrd="0" presId="urn:microsoft.com/office/officeart/2005/8/layout/vProcess5"/>
    <dgm:cxn modelId="{EFC3E896-D252-4CAF-8084-1363B9AD441A}" type="presParOf" srcId="{267BCCDB-D482-494E-BCB7-CB946DAD22AE}" destId="{91034399-AAFE-46F4-9329-C6F28108D353}" srcOrd="4" destOrd="0" presId="urn:microsoft.com/office/officeart/2005/8/layout/vProcess5"/>
    <dgm:cxn modelId="{AF673906-6220-4512-A495-8A1FF2372518}" type="presParOf" srcId="{267BCCDB-D482-494E-BCB7-CB946DAD22AE}" destId="{331624E2-8B95-4AB6-9307-F533D2E2E801}" srcOrd="5" destOrd="0" presId="urn:microsoft.com/office/officeart/2005/8/layout/vProcess5"/>
    <dgm:cxn modelId="{B8F4732E-0C97-4BF6-824D-A3AA40942CF1}" type="presParOf" srcId="{267BCCDB-D482-494E-BCB7-CB946DAD22AE}" destId="{8A697506-A851-4483-992D-BCC222EFB4CE}" srcOrd="6" destOrd="0" presId="urn:microsoft.com/office/officeart/2005/8/layout/vProcess5"/>
    <dgm:cxn modelId="{F5F930D7-55EF-47A7-98EB-5FB9193F2090}" type="presParOf" srcId="{267BCCDB-D482-494E-BCB7-CB946DAD22AE}" destId="{BC2448FD-C14E-4029-A361-0A20975370FF}" srcOrd="7" destOrd="0" presId="urn:microsoft.com/office/officeart/2005/8/layout/vProcess5"/>
    <dgm:cxn modelId="{64E2D6C5-E7D1-449A-92DA-7CDB59780829}" type="presParOf" srcId="{267BCCDB-D482-494E-BCB7-CB946DAD22AE}" destId="{7AD84FA0-677B-48BC-BDCC-106D3AE0918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6F6006-0B23-418E-A414-443C6FC3CF97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ACB2847C-9BB2-44BF-823E-92453A828104}">
      <dgm:prSet/>
      <dgm:spPr/>
      <dgm:t>
        <a:bodyPr/>
        <a:lstStyle/>
        <a:p>
          <a:r>
            <a:rPr lang="en-GB"/>
            <a:t>Security Awareness Training</a:t>
          </a:r>
          <a:endParaRPr lang="en-US"/>
        </a:p>
      </dgm:t>
    </dgm:pt>
    <dgm:pt modelId="{2F471884-83ED-4FCE-B2F2-38390C6CC1F9}" type="parTrans" cxnId="{EF2FD898-E72E-477C-89A0-6B708003B853}">
      <dgm:prSet/>
      <dgm:spPr/>
      <dgm:t>
        <a:bodyPr/>
        <a:lstStyle/>
        <a:p>
          <a:endParaRPr lang="en-US"/>
        </a:p>
      </dgm:t>
    </dgm:pt>
    <dgm:pt modelId="{4284D4DB-73E8-4868-808F-DB70528CABEF}" type="sibTrans" cxnId="{EF2FD898-E72E-477C-89A0-6B708003B853}">
      <dgm:prSet/>
      <dgm:spPr/>
      <dgm:t>
        <a:bodyPr/>
        <a:lstStyle/>
        <a:p>
          <a:endParaRPr lang="en-US"/>
        </a:p>
      </dgm:t>
    </dgm:pt>
    <dgm:pt modelId="{BA8C33C1-9E70-4FAF-BC21-D76A58FA3325}">
      <dgm:prSet/>
      <dgm:spPr/>
      <dgm:t>
        <a:bodyPr/>
        <a:lstStyle/>
        <a:p>
          <a:r>
            <a:rPr lang="en-GB"/>
            <a:t>Patch Management</a:t>
          </a:r>
          <a:endParaRPr lang="en-US"/>
        </a:p>
      </dgm:t>
    </dgm:pt>
    <dgm:pt modelId="{143BAD60-AB99-4A12-A575-C68BF4F4E634}" type="parTrans" cxnId="{4F7B9E95-6ED2-4D0F-9D5E-F32DC126B197}">
      <dgm:prSet/>
      <dgm:spPr/>
      <dgm:t>
        <a:bodyPr/>
        <a:lstStyle/>
        <a:p>
          <a:endParaRPr lang="en-US"/>
        </a:p>
      </dgm:t>
    </dgm:pt>
    <dgm:pt modelId="{994EAA91-1EA9-40D8-A17B-F5AD282F49CC}" type="sibTrans" cxnId="{4F7B9E95-6ED2-4D0F-9D5E-F32DC126B197}">
      <dgm:prSet/>
      <dgm:spPr/>
      <dgm:t>
        <a:bodyPr/>
        <a:lstStyle/>
        <a:p>
          <a:endParaRPr lang="en-US"/>
        </a:p>
      </dgm:t>
    </dgm:pt>
    <dgm:pt modelId="{67649722-90B6-4641-83A8-1E441191F3B3}">
      <dgm:prSet/>
      <dgm:spPr/>
      <dgm:t>
        <a:bodyPr/>
        <a:lstStyle/>
        <a:p>
          <a:r>
            <a:rPr lang="en-GB"/>
            <a:t>Incident Response Planning </a:t>
          </a:r>
          <a:endParaRPr lang="en-US"/>
        </a:p>
      </dgm:t>
    </dgm:pt>
    <dgm:pt modelId="{AD673340-A0CF-4AED-AE5C-92C559D0934A}" type="parTrans" cxnId="{ECDA081E-10D5-4B04-B7CB-585450296DE1}">
      <dgm:prSet/>
      <dgm:spPr/>
      <dgm:t>
        <a:bodyPr/>
        <a:lstStyle/>
        <a:p>
          <a:endParaRPr lang="en-US"/>
        </a:p>
      </dgm:t>
    </dgm:pt>
    <dgm:pt modelId="{386E61F2-36CE-4EEA-9349-34BC463DFCBB}" type="sibTrans" cxnId="{ECDA081E-10D5-4B04-B7CB-585450296DE1}">
      <dgm:prSet/>
      <dgm:spPr/>
      <dgm:t>
        <a:bodyPr/>
        <a:lstStyle/>
        <a:p>
          <a:endParaRPr lang="en-US"/>
        </a:p>
      </dgm:t>
    </dgm:pt>
    <dgm:pt modelId="{DC267255-D8CA-4EBC-987D-AD8634F9DD86}">
      <dgm:prSet/>
      <dgm:spPr/>
      <dgm:t>
        <a:bodyPr/>
        <a:lstStyle/>
        <a:p>
          <a:r>
            <a:rPr lang="en-GB"/>
            <a:t>Compliance Audits</a:t>
          </a:r>
          <a:endParaRPr lang="en-US"/>
        </a:p>
      </dgm:t>
    </dgm:pt>
    <dgm:pt modelId="{A27E4C77-3930-4FD7-BE8E-421F723379CD}" type="parTrans" cxnId="{56CBEE90-4223-4404-AD11-6B919E5A7E77}">
      <dgm:prSet/>
      <dgm:spPr/>
      <dgm:t>
        <a:bodyPr/>
        <a:lstStyle/>
        <a:p>
          <a:endParaRPr lang="en-US"/>
        </a:p>
      </dgm:t>
    </dgm:pt>
    <dgm:pt modelId="{1CA081A8-54D5-4169-BFD4-E4CB0C318C82}" type="sibTrans" cxnId="{56CBEE90-4223-4404-AD11-6B919E5A7E77}">
      <dgm:prSet/>
      <dgm:spPr/>
      <dgm:t>
        <a:bodyPr/>
        <a:lstStyle/>
        <a:p>
          <a:endParaRPr lang="en-US"/>
        </a:p>
      </dgm:t>
    </dgm:pt>
    <dgm:pt modelId="{73814193-307F-43AF-880F-CAEE273AD68D}" type="pres">
      <dgm:prSet presAssocID="{0F6F6006-0B23-418E-A414-443C6FC3CF9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3470CC7-8FF8-4D83-9B25-29EF317B5B45}" type="pres">
      <dgm:prSet presAssocID="{ACB2847C-9BB2-44BF-823E-92453A828104}" presName="hierRoot1" presStyleCnt="0"/>
      <dgm:spPr/>
    </dgm:pt>
    <dgm:pt modelId="{B3CEB271-9385-4FA3-8A41-C4C07A2107C6}" type="pres">
      <dgm:prSet presAssocID="{ACB2847C-9BB2-44BF-823E-92453A828104}" presName="composite" presStyleCnt="0"/>
      <dgm:spPr/>
    </dgm:pt>
    <dgm:pt modelId="{75603B33-B047-435B-939B-004058CF1053}" type="pres">
      <dgm:prSet presAssocID="{ACB2847C-9BB2-44BF-823E-92453A828104}" presName="background" presStyleLbl="node0" presStyleIdx="0" presStyleCnt="4"/>
      <dgm:spPr/>
    </dgm:pt>
    <dgm:pt modelId="{B106E3DC-3CC9-48B4-9B9F-867A6FB0C129}" type="pres">
      <dgm:prSet presAssocID="{ACB2847C-9BB2-44BF-823E-92453A828104}" presName="text" presStyleLbl="fgAcc0" presStyleIdx="0" presStyleCnt="4">
        <dgm:presLayoutVars>
          <dgm:chPref val="3"/>
        </dgm:presLayoutVars>
      </dgm:prSet>
      <dgm:spPr/>
    </dgm:pt>
    <dgm:pt modelId="{801F6F1A-5E55-4F63-97C3-3360F6F01042}" type="pres">
      <dgm:prSet presAssocID="{ACB2847C-9BB2-44BF-823E-92453A828104}" presName="hierChild2" presStyleCnt="0"/>
      <dgm:spPr/>
    </dgm:pt>
    <dgm:pt modelId="{0D703305-509C-4888-AEA2-A9BC46EFDA99}" type="pres">
      <dgm:prSet presAssocID="{BA8C33C1-9E70-4FAF-BC21-D76A58FA3325}" presName="hierRoot1" presStyleCnt="0"/>
      <dgm:spPr/>
    </dgm:pt>
    <dgm:pt modelId="{2F813FA8-2A96-4F76-97FB-41B5AB124310}" type="pres">
      <dgm:prSet presAssocID="{BA8C33C1-9E70-4FAF-BC21-D76A58FA3325}" presName="composite" presStyleCnt="0"/>
      <dgm:spPr/>
    </dgm:pt>
    <dgm:pt modelId="{E24B232C-D302-49B9-9C23-25D0A28E61B5}" type="pres">
      <dgm:prSet presAssocID="{BA8C33C1-9E70-4FAF-BC21-D76A58FA3325}" presName="background" presStyleLbl="node0" presStyleIdx="1" presStyleCnt="4"/>
      <dgm:spPr/>
    </dgm:pt>
    <dgm:pt modelId="{EBCFE7BE-F3ED-4E4A-993D-CD7A69BCF116}" type="pres">
      <dgm:prSet presAssocID="{BA8C33C1-9E70-4FAF-BC21-D76A58FA3325}" presName="text" presStyleLbl="fgAcc0" presStyleIdx="1" presStyleCnt="4">
        <dgm:presLayoutVars>
          <dgm:chPref val="3"/>
        </dgm:presLayoutVars>
      </dgm:prSet>
      <dgm:spPr/>
    </dgm:pt>
    <dgm:pt modelId="{8DF1BCDC-EBFD-455E-9B09-868D475361E0}" type="pres">
      <dgm:prSet presAssocID="{BA8C33C1-9E70-4FAF-BC21-D76A58FA3325}" presName="hierChild2" presStyleCnt="0"/>
      <dgm:spPr/>
    </dgm:pt>
    <dgm:pt modelId="{35287585-8E56-4ADF-A794-D7BF870D5EA8}" type="pres">
      <dgm:prSet presAssocID="{67649722-90B6-4641-83A8-1E441191F3B3}" presName="hierRoot1" presStyleCnt="0"/>
      <dgm:spPr/>
    </dgm:pt>
    <dgm:pt modelId="{9CCEAFAD-E6B4-41D3-BF99-4EBFB663D8C3}" type="pres">
      <dgm:prSet presAssocID="{67649722-90B6-4641-83A8-1E441191F3B3}" presName="composite" presStyleCnt="0"/>
      <dgm:spPr/>
    </dgm:pt>
    <dgm:pt modelId="{630A97C0-415B-41A0-B514-5CA3340FB6E5}" type="pres">
      <dgm:prSet presAssocID="{67649722-90B6-4641-83A8-1E441191F3B3}" presName="background" presStyleLbl="node0" presStyleIdx="2" presStyleCnt="4"/>
      <dgm:spPr/>
    </dgm:pt>
    <dgm:pt modelId="{79A52001-DD80-4536-A238-801516831188}" type="pres">
      <dgm:prSet presAssocID="{67649722-90B6-4641-83A8-1E441191F3B3}" presName="text" presStyleLbl="fgAcc0" presStyleIdx="2" presStyleCnt="4">
        <dgm:presLayoutVars>
          <dgm:chPref val="3"/>
        </dgm:presLayoutVars>
      </dgm:prSet>
      <dgm:spPr/>
    </dgm:pt>
    <dgm:pt modelId="{FDA9D494-541A-47BA-A103-DC951FDE7B72}" type="pres">
      <dgm:prSet presAssocID="{67649722-90B6-4641-83A8-1E441191F3B3}" presName="hierChild2" presStyleCnt="0"/>
      <dgm:spPr/>
    </dgm:pt>
    <dgm:pt modelId="{471E6E5F-C202-4EDF-8869-B7FF0E432934}" type="pres">
      <dgm:prSet presAssocID="{DC267255-D8CA-4EBC-987D-AD8634F9DD86}" presName="hierRoot1" presStyleCnt="0"/>
      <dgm:spPr/>
    </dgm:pt>
    <dgm:pt modelId="{FFABE4D5-7FE4-44A4-85C1-2FDDB187BDB3}" type="pres">
      <dgm:prSet presAssocID="{DC267255-D8CA-4EBC-987D-AD8634F9DD86}" presName="composite" presStyleCnt="0"/>
      <dgm:spPr/>
    </dgm:pt>
    <dgm:pt modelId="{E8111EBD-7D71-4B70-9CA8-DFB66D1B1BEC}" type="pres">
      <dgm:prSet presAssocID="{DC267255-D8CA-4EBC-987D-AD8634F9DD86}" presName="background" presStyleLbl="node0" presStyleIdx="3" presStyleCnt="4"/>
      <dgm:spPr/>
    </dgm:pt>
    <dgm:pt modelId="{19156FAA-B457-4A6D-81CF-92E87D2A2103}" type="pres">
      <dgm:prSet presAssocID="{DC267255-D8CA-4EBC-987D-AD8634F9DD86}" presName="text" presStyleLbl="fgAcc0" presStyleIdx="3" presStyleCnt="4">
        <dgm:presLayoutVars>
          <dgm:chPref val="3"/>
        </dgm:presLayoutVars>
      </dgm:prSet>
      <dgm:spPr/>
    </dgm:pt>
    <dgm:pt modelId="{33603EB6-09AD-45F8-8ABF-BF12D126697C}" type="pres">
      <dgm:prSet presAssocID="{DC267255-D8CA-4EBC-987D-AD8634F9DD86}" presName="hierChild2" presStyleCnt="0"/>
      <dgm:spPr/>
    </dgm:pt>
  </dgm:ptLst>
  <dgm:cxnLst>
    <dgm:cxn modelId="{ECDA081E-10D5-4B04-B7CB-585450296DE1}" srcId="{0F6F6006-0B23-418E-A414-443C6FC3CF97}" destId="{67649722-90B6-4641-83A8-1E441191F3B3}" srcOrd="2" destOrd="0" parTransId="{AD673340-A0CF-4AED-AE5C-92C559D0934A}" sibTransId="{386E61F2-36CE-4EEA-9349-34BC463DFCBB}"/>
    <dgm:cxn modelId="{090F983E-4E00-4893-85D8-FC973862B24A}" type="presOf" srcId="{67649722-90B6-4641-83A8-1E441191F3B3}" destId="{79A52001-DD80-4536-A238-801516831188}" srcOrd="0" destOrd="0" presId="urn:microsoft.com/office/officeart/2005/8/layout/hierarchy1"/>
    <dgm:cxn modelId="{56CBEE90-4223-4404-AD11-6B919E5A7E77}" srcId="{0F6F6006-0B23-418E-A414-443C6FC3CF97}" destId="{DC267255-D8CA-4EBC-987D-AD8634F9DD86}" srcOrd="3" destOrd="0" parTransId="{A27E4C77-3930-4FD7-BE8E-421F723379CD}" sibTransId="{1CA081A8-54D5-4169-BFD4-E4CB0C318C82}"/>
    <dgm:cxn modelId="{4F7B9E95-6ED2-4D0F-9D5E-F32DC126B197}" srcId="{0F6F6006-0B23-418E-A414-443C6FC3CF97}" destId="{BA8C33C1-9E70-4FAF-BC21-D76A58FA3325}" srcOrd="1" destOrd="0" parTransId="{143BAD60-AB99-4A12-A575-C68BF4F4E634}" sibTransId="{994EAA91-1EA9-40D8-A17B-F5AD282F49CC}"/>
    <dgm:cxn modelId="{EF2FD898-E72E-477C-89A0-6B708003B853}" srcId="{0F6F6006-0B23-418E-A414-443C6FC3CF97}" destId="{ACB2847C-9BB2-44BF-823E-92453A828104}" srcOrd="0" destOrd="0" parTransId="{2F471884-83ED-4FCE-B2F2-38390C6CC1F9}" sibTransId="{4284D4DB-73E8-4868-808F-DB70528CABEF}"/>
    <dgm:cxn modelId="{7EDF80AE-7284-48A1-A1E8-409F2D059A2B}" type="presOf" srcId="{ACB2847C-9BB2-44BF-823E-92453A828104}" destId="{B106E3DC-3CC9-48B4-9B9F-867A6FB0C129}" srcOrd="0" destOrd="0" presId="urn:microsoft.com/office/officeart/2005/8/layout/hierarchy1"/>
    <dgm:cxn modelId="{66EFB8D2-E485-4193-967F-A0BD5C202628}" type="presOf" srcId="{DC267255-D8CA-4EBC-987D-AD8634F9DD86}" destId="{19156FAA-B457-4A6D-81CF-92E87D2A2103}" srcOrd="0" destOrd="0" presId="urn:microsoft.com/office/officeart/2005/8/layout/hierarchy1"/>
    <dgm:cxn modelId="{5346BBE1-32B4-4E27-BA46-9C86A1BBAE28}" type="presOf" srcId="{BA8C33C1-9E70-4FAF-BC21-D76A58FA3325}" destId="{EBCFE7BE-F3ED-4E4A-993D-CD7A69BCF116}" srcOrd="0" destOrd="0" presId="urn:microsoft.com/office/officeart/2005/8/layout/hierarchy1"/>
    <dgm:cxn modelId="{D89EDBE2-307A-4EF0-B80A-CE58628E1AB6}" type="presOf" srcId="{0F6F6006-0B23-418E-A414-443C6FC3CF97}" destId="{73814193-307F-43AF-880F-CAEE273AD68D}" srcOrd="0" destOrd="0" presId="urn:microsoft.com/office/officeart/2005/8/layout/hierarchy1"/>
    <dgm:cxn modelId="{F9975CF4-36DB-475D-8FB9-67235778072C}" type="presParOf" srcId="{73814193-307F-43AF-880F-CAEE273AD68D}" destId="{53470CC7-8FF8-4D83-9B25-29EF317B5B45}" srcOrd="0" destOrd="0" presId="urn:microsoft.com/office/officeart/2005/8/layout/hierarchy1"/>
    <dgm:cxn modelId="{3BF9A8FD-BFCC-4483-B250-DAFB4CD91937}" type="presParOf" srcId="{53470CC7-8FF8-4D83-9B25-29EF317B5B45}" destId="{B3CEB271-9385-4FA3-8A41-C4C07A2107C6}" srcOrd="0" destOrd="0" presId="urn:microsoft.com/office/officeart/2005/8/layout/hierarchy1"/>
    <dgm:cxn modelId="{0162D041-01FC-4276-8C4D-DD4CAC9CAA1E}" type="presParOf" srcId="{B3CEB271-9385-4FA3-8A41-C4C07A2107C6}" destId="{75603B33-B047-435B-939B-004058CF1053}" srcOrd="0" destOrd="0" presId="urn:microsoft.com/office/officeart/2005/8/layout/hierarchy1"/>
    <dgm:cxn modelId="{1301B19D-66C5-445E-AD12-896135BB286F}" type="presParOf" srcId="{B3CEB271-9385-4FA3-8A41-C4C07A2107C6}" destId="{B106E3DC-3CC9-48B4-9B9F-867A6FB0C129}" srcOrd="1" destOrd="0" presId="urn:microsoft.com/office/officeart/2005/8/layout/hierarchy1"/>
    <dgm:cxn modelId="{0D9AD7A7-4272-4468-B193-6B4BD1484CD7}" type="presParOf" srcId="{53470CC7-8FF8-4D83-9B25-29EF317B5B45}" destId="{801F6F1A-5E55-4F63-97C3-3360F6F01042}" srcOrd="1" destOrd="0" presId="urn:microsoft.com/office/officeart/2005/8/layout/hierarchy1"/>
    <dgm:cxn modelId="{0333C348-F325-4DB1-B42E-8D92DDB3F3C4}" type="presParOf" srcId="{73814193-307F-43AF-880F-CAEE273AD68D}" destId="{0D703305-509C-4888-AEA2-A9BC46EFDA99}" srcOrd="1" destOrd="0" presId="urn:microsoft.com/office/officeart/2005/8/layout/hierarchy1"/>
    <dgm:cxn modelId="{813AF59F-15B8-429B-9626-E2C4BBB7B869}" type="presParOf" srcId="{0D703305-509C-4888-AEA2-A9BC46EFDA99}" destId="{2F813FA8-2A96-4F76-97FB-41B5AB124310}" srcOrd="0" destOrd="0" presId="urn:microsoft.com/office/officeart/2005/8/layout/hierarchy1"/>
    <dgm:cxn modelId="{CDF999A4-613B-4054-BC46-C26E3093310E}" type="presParOf" srcId="{2F813FA8-2A96-4F76-97FB-41B5AB124310}" destId="{E24B232C-D302-49B9-9C23-25D0A28E61B5}" srcOrd="0" destOrd="0" presId="urn:microsoft.com/office/officeart/2005/8/layout/hierarchy1"/>
    <dgm:cxn modelId="{EF2D59D7-6503-4059-9E49-C8D8E914A808}" type="presParOf" srcId="{2F813FA8-2A96-4F76-97FB-41B5AB124310}" destId="{EBCFE7BE-F3ED-4E4A-993D-CD7A69BCF116}" srcOrd="1" destOrd="0" presId="urn:microsoft.com/office/officeart/2005/8/layout/hierarchy1"/>
    <dgm:cxn modelId="{D105E861-9F24-433C-A9B0-910A7BFD430D}" type="presParOf" srcId="{0D703305-509C-4888-AEA2-A9BC46EFDA99}" destId="{8DF1BCDC-EBFD-455E-9B09-868D475361E0}" srcOrd="1" destOrd="0" presId="urn:microsoft.com/office/officeart/2005/8/layout/hierarchy1"/>
    <dgm:cxn modelId="{4AC07DB9-06FC-446A-8645-B19DC0F1882A}" type="presParOf" srcId="{73814193-307F-43AF-880F-CAEE273AD68D}" destId="{35287585-8E56-4ADF-A794-D7BF870D5EA8}" srcOrd="2" destOrd="0" presId="urn:microsoft.com/office/officeart/2005/8/layout/hierarchy1"/>
    <dgm:cxn modelId="{CF37F2E7-03F7-49D1-ACFF-CDBC0009E7E5}" type="presParOf" srcId="{35287585-8E56-4ADF-A794-D7BF870D5EA8}" destId="{9CCEAFAD-E6B4-41D3-BF99-4EBFB663D8C3}" srcOrd="0" destOrd="0" presId="urn:microsoft.com/office/officeart/2005/8/layout/hierarchy1"/>
    <dgm:cxn modelId="{75E54227-444D-4FA2-829D-7B44AB347213}" type="presParOf" srcId="{9CCEAFAD-E6B4-41D3-BF99-4EBFB663D8C3}" destId="{630A97C0-415B-41A0-B514-5CA3340FB6E5}" srcOrd="0" destOrd="0" presId="urn:microsoft.com/office/officeart/2005/8/layout/hierarchy1"/>
    <dgm:cxn modelId="{D1FF83F9-329D-4CBC-9C54-BB816C76AFDA}" type="presParOf" srcId="{9CCEAFAD-E6B4-41D3-BF99-4EBFB663D8C3}" destId="{79A52001-DD80-4536-A238-801516831188}" srcOrd="1" destOrd="0" presId="urn:microsoft.com/office/officeart/2005/8/layout/hierarchy1"/>
    <dgm:cxn modelId="{7D218E82-59F0-44BF-9C15-191C48A9C53C}" type="presParOf" srcId="{35287585-8E56-4ADF-A794-D7BF870D5EA8}" destId="{FDA9D494-541A-47BA-A103-DC951FDE7B72}" srcOrd="1" destOrd="0" presId="urn:microsoft.com/office/officeart/2005/8/layout/hierarchy1"/>
    <dgm:cxn modelId="{5575EEA5-84B8-40D9-B2EE-39217D59BD87}" type="presParOf" srcId="{73814193-307F-43AF-880F-CAEE273AD68D}" destId="{471E6E5F-C202-4EDF-8869-B7FF0E432934}" srcOrd="3" destOrd="0" presId="urn:microsoft.com/office/officeart/2005/8/layout/hierarchy1"/>
    <dgm:cxn modelId="{8F605FA5-945A-4BB2-AE13-6C68DC529D74}" type="presParOf" srcId="{471E6E5F-C202-4EDF-8869-B7FF0E432934}" destId="{FFABE4D5-7FE4-44A4-85C1-2FDDB187BDB3}" srcOrd="0" destOrd="0" presId="urn:microsoft.com/office/officeart/2005/8/layout/hierarchy1"/>
    <dgm:cxn modelId="{00476C8B-3B76-41F6-9445-3373AA242464}" type="presParOf" srcId="{FFABE4D5-7FE4-44A4-85C1-2FDDB187BDB3}" destId="{E8111EBD-7D71-4B70-9CA8-DFB66D1B1BEC}" srcOrd="0" destOrd="0" presId="urn:microsoft.com/office/officeart/2005/8/layout/hierarchy1"/>
    <dgm:cxn modelId="{F80C6CA1-16BD-4AA2-9DCF-BDEEC990CBA1}" type="presParOf" srcId="{FFABE4D5-7FE4-44A4-85C1-2FDDB187BDB3}" destId="{19156FAA-B457-4A6D-81CF-92E87D2A2103}" srcOrd="1" destOrd="0" presId="urn:microsoft.com/office/officeart/2005/8/layout/hierarchy1"/>
    <dgm:cxn modelId="{1E4E118E-A891-40FF-867D-6857B6AF5EB8}" type="presParOf" srcId="{471E6E5F-C202-4EDF-8869-B7FF0E432934}" destId="{33603EB6-09AD-45F8-8ABF-BF12D126697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A6F91B-16AC-4D4D-8FCD-BAAE6CA7B03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EF2E489-E0C4-43F3-A5BA-2856A949AEEF}">
      <dgm:prSet/>
      <dgm:spPr/>
      <dgm:t>
        <a:bodyPr/>
        <a:lstStyle/>
        <a:p>
          <a:r>
            <a:rPr lang="en-GB"/>
            <a:t>Quantitative Metrics</a:t>
          </a:r>
          <a:endParaRPr lang="en-US"/>
        </a:p>
      </dgm:t>
    </dgm:pt>
    <dgm:pt modelId="{B4F44764-10CA-4535-B6F8-D3752ABCBD9D}" type="parTrans" cxnId="{70013C2C-44C4-4E1A-8715-F4747B013967}">
      <dgm:prSet/>
      <dgm:spPr/>
      <dgm:t>
        <a:bodyPr/>
        <a:lstStyle/>
        <a:p>
          <a:endParaRPr lang="en-US"/>
        </a:p>
      </dgm:t>
    </dgm:pt>
    <dgm:pt modelId="{8D7F13C1-FF61-44E0-ABCB-9052E09C58AC}" type="sibTrans" cxnId="{70013C2C-44C4-4E1A-8715-F4747B013967}">
      <dgm:prSet/>
      <dgm:spPr/>
      <dgm:t>
        <a:bodyPr/>
        <a:lstStyle/>
        <a:p>
          <a:endParaRPr lang="en-US"/>
        </a:p>
      </dgm:t>
    </dgm:pt>
    <dgm:pt modelId="{D3C2350C-2A7A-45DE-9D09-130E70D60468}">
      <dgm:prSet/>
      <dgm:spPr/>
      <dgm:t>
        <a:bodyPr/>
        <a:lstStyle/>
        <a:p>
          <a:r>
            <a:rPr lang="en-GB"/>
            <a:t>Cross-industry Comparisons</a:t>
          </a:r>
          <a:endParaRPr lang="en-US"/>
        </a:p>
      </dgm:t>
    </dgm:pt>
    <dgm:pt modelId="{45F9193D-87EA-4A86-8D52-614D611F8D8F}" type="parTrans" cxnId="{0D770EFE-CC47-42E2-A6FC-54F4E674A44A}">
      <dgm:prSet/>
      <dgm:spPr/>
      <dgm:t>
        <a:bodyPr/>
        <a:lstStyle/>
        <a:p>
          <a:endParaRPr lang="en-US"/>
        </a:p>
      </dgm:t>
    </dgm:pt>
    <dgm:pt modelId="{89A01B4A-AFDD-4074-80FA-4439CEBACEA9}" type="sibTrans" cxnId="{0D770EFE-CC47-42E2-A6FC-54F4E674A44A}">
      <dgm:prSet/>
      <dgm:spPr/>
      <dgm:t>
        <a:bodyPr/>
        <a:lstStyle/>
        <a:p>
          <a:endParaRPr lang="en-US"/>
        </a:p>
      </dgm:t>
    </dgm:pt>
    <dgm:pt modelId="{1F0D90E4-0CF1-431E-9FE2-55493E4CB084}">
      <dgm:prSet/>
      <dgm:spPr/>
      <dgm:t>
        <a:bodyPr/>
        <a:lstStyle/>
        <a:p>
          <a:r>
            <a:rPr lang="en-GB"/>
            <a:t>Cost Considerations</a:t>
          </a:r>
          <a:endParaRPr lang="en-US"/>
        </a:p>
      </dgm:t>
    </dgm:pt>
    <dgm:pt modelId="{97444EE2-D322-4B74-8AF2-E61F61DEBE4F}" type="parTrans" cxnId="{BC550B51-892F-490D-8565-E022286646AB}">
      <dgm:prSet/>
      <dgm:spPr/>
      <dgm:t>
        <a:bodyPr/>
        <a:lstStyle/>
        <a:p>
          <a:endParaRPr lang="en-US"/>
        </a:p>
      </dgm:t>
    </dgm:pt>
    <dgm:pt modelId="{D9F2D566-991B-49DD-9074-3CA5E58F9832}" type="sibTrans" cxnId="{BC550B51-892F-490D-8565-E022286646AB}">
      <dgm:prSet/>
      <dgm:spPr/>
      <dgm:t>
        <a:bodyPr/>
        <a:lstStyle/>
        <a:p>
          <a:endParaRPr lang="en-US"/>
        </a:p>
      </dgm:t>
    </dgm:pt>
    <dgm:pt modelId="{BDCACF07-AFA4-49B3-952B-AE7D0029646F}">
      <dgm:prSet/>
      <dgm:spPr/>
      <dgm:t>
        <a:bodyPr/>
        <a:lstStyle/>
        <a:p>
          <a:r>
            <a:rPr lang="en-GB"/>
            <a:t>Usability vs Security</a:t>
          </a:r>
          <a:endParaRPr lang="en-US"/>
        </a:p>
      </dgm:t>
    </dgm:pt>
    <dgm:pt modelId="{C1FF8281-A70D-40EC-A242-B105FEF1EA74}" type="parTrans" cxnId="{8388B42A-CEF1-431B-B7E7-8B1159F229CC}">
      <dgm:prSet/>
      <dgm:spPr/>
      <dgm:t>
        <a:bodyPr/>
        <a:lstStyle/>
        <a:p>
          <a:endParaRPr lang="en-US"/>
        </a:p>
      </dgm:t>
    </dgm:pt>
    <dgm:pt modelId="{3A6139DC-330B-4BFC-B52B-63B0F649C918}" type="sibTrans" cxnId="{8388B42A-CEF1-431B-B7E7-8B1159F229CC}">
      <dgm:prSet/>
      <dgm:spPr/>
      <dgm:t>
        <a:bodyPr/>
        <a:lstStyle/>
        <a:p>
          <a:endParaRPr lang="en-US"/>
        </a:p>
      </dgm:t>
    </dgm:pt>
    <dgm:pt modelId="{1F9A9D63-BFF0-46D1-8AA2-059B14CE80AD}" type="pres">
      <dgm:prSet presAssocID="{6FA6F91B-16AC-4D4D-8FCD-BAAE6CA7B03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FE34AE0-34BC-483F-8E46-68A655137C2F}" type="pres">
      <dgm:prSet presAssocID="{FEF2E489-E0C4-43F3-A5BA-2856A949AEEF}" presName="hierRoot1" presStyleCnt="0"/>
      <dgm:spPr/>
    </dgm:pt>
    <dgm:pt modelId="{16B8C5E7-BE4F-4EA2-A294-B17F635A72EC}" type="pres">
      <dgm:prSet presAssocID="{FEF2E489-E0C4-43F3-A5BA-2856A949AEEF}" presName="composite" presStyleCnt="0"/>
      <dgm:spPr/>
    </dgm:pt>
    <dgm:pt modelId="{C8A37FC1-F56D-4CC6-922E-A601353D23AE}" type="pres">
      <dgm:prSet presAssocID="{FEF2E489-E0C4-43F3-A5BA-2856A949AEEF}" presName="background" presStyleLbl="node0" presStyleIdx="0" presStyleCnt="4"/>
      <dgm:spPr/>
    </dgm:pt>
    <dgm:pt modelId="{C351A85C-4740-43DD-A213-C841FB64D74C}" type="pres">
      <dgm:prSet presAssocID="{FEF2E489-E0C4-43F3-A5BA-2856A949AEEF}" presName="text" presStyleLbl="fgAcc0" presStyleIdx="0" presStyleCnt="4">
        <dgm:presLayoutVars>
          <dgm:chPref val="3"/>
        </dgm:presLayoutVars>
      </dgm:prSet>
      <dgm:spPr/>
    </dgm:pt>
    <dgm:pt modelId="{84B01EBD-5263-4000-A188-EC9259F32805}" type="pres">
      <dgm:prSet presAssocID="{FEF2E489-E0C4-43F3-A5BA-2856A949AEEF}" presName="hierChild2" presStyleCnt="0"/>
      <dgm:spPr/>
    </dgm:pt>
    <dgm:pt modelId="{4F0E552D-2ED0-4D60-A425-7FB177B1BD74}" type="pres">
      <dgm:prSet presAssocID="{D3C2350C-2A7A-45DE-9D09-130E70D60468}" presName="hierRoot1" presStyleCnt="0"/>
      <dgm:spPr/>
    </dgm:pt>
    <dgm:pt modelId="{B61E6537-1324-4909-9270-3763C8CF0A68}" type="pres">
      <dgm:prSet presAssocID="{D3C2350C-2A7A-45DE-9D09-130E70D60468}" presName="composite" presStyleCnt="0"/>
      <dgm:spPr/>
    </dgm:pt>
    <dgm:pt modelId="{15DAB0B9-8184-4379-A202-ABDDB1CBFF55}" type="pres">
      <dgm:prSet presAssocID="{D3C2350C-2A7A-45DE-9D09-130E70D60468}" presName="background" presStyleLbl="node0" presStyleIdx="1" presStyleCnt="4"/>
      <dgm:spPr/>
    </dgm:pt>
    <dgm:pt modelId="{8A2BDDFF-4C72-49B8-BAB4-019951809EF7}" type="pres">
      <dgm:prSet presAssocID="{D3C2350C-2A7A-45DE-9D09-130E70D60468}" presName="text" presStyleLbl="fgAcc0" presStyleIdx="1" presStyleCnt="4">
        <dgm:presLayoutVars>
          <dgm:chPref val="3"/>
        </dgm:presLayoutVars>
      </dgm:prSet>
      <dgm:spPr/>
    </dgm:pt>
    <dgm:pt modelId="{E7EEDF77-2739-417D-9865-E7C6744D8696}" type="pres">
      <dgm:prSet presAssocID="{D3C2350C-2A7A-45DE-9D09-130E70D60468}" presName="hierChild2" presStyleCnt="0"/>
      <dgm:spPr/>
    </dgm:pt>
    <dgm:pt modelId="{BA50A02D-965A-420D-8A57-1DB04C71CF6B}" type="pres">
      <dgm:prSet presAssocID="{1F0D90E4-0CF1-431E-9FE2-55493E4CB084}" presName="hierRoot1" presStyleCnt="0"/>
      <dgm:spPr/>
    </dgm:pt>
    <dgm:pt modelId="{AD9635AA-F615-47A0-A21C-CC94607E18C6}" type="pres">
      <dgm:prSet presAssocID="{1F0D90E4-0CF1-431E-9FE2-55493E4CB084}" presName="composite" presStyleCnt="0"/>
      <dgm:spPr/>
    </dgm:pt>
    <dgm:pt modelId="{86B748AE-9BB3-48CB-960D-E703FA1B8FB7}" type="pres">
      <dgm:prSet presAssocID="{1F0D90E4-0CF1-431E-9FE2-55493E4CB084}" presName="background" presStyleLbl="node0" presStyleIdx="2" presStyleCnt="4"/>
      <dgm:spPr/>
    </dgm:pt>
    <dgm:pt modelId="{6C22E4B5-1660-4EDF-B5DB-27DBDFE64FE4}" type="pres">
      <dgm:prSet presAssocID="{1F0D90E4-0CF1-431E-9FE2-55493E4CB084}" presName="text" presStyleLbl="fgAcc0" presStyleIdx="2" presStyleCnt="4">
        <dgm:presLayoutVars>
          <dgm:chPref val="3"/>
        </dgm:presLayoutVars>
      </dgm:prSet>
      <dgm:spPr/>
    </dgm:pt>
    <dgm:pt modelId="{93945524-7E32-4B3A-98FB-390040DB17BB}" type="pres">
      <dgm:prSet presAssocID="{1F0D90E4-0CF1-431E-9FE2-55493E4CB084}" presName="hierChild2" presStyleCnt="0"/>
      <dgm:spPr/>
    </dgm:pt>
    <dgm:pt modelId="{A9A070E6-69D7-4658-8629-C91DAD02A4AF}" type="pres">
      <dgm:prSet presAssocID="{BDCACF07-AFA4-49B3-952B-AE7D0029646F}" presName="hierRoot1" presStyleCnt="0"/>
      <dgm:spPr/>
    </dgm:pt>
    <dgm:pt modelId="{345FF66A-C3B8-4A87-9740-FAD918DD199C}" type="pres">
      <dgm:prSet presAssocID="{BDCACF07-AFA4-49B3-952B-AE7D0029646F}" presName="composite" presStyleCnt="0"/>
      <dgm:spPr/>
    </dgm:pt>
    <dgm:pt modelId="{C61EE010-66DA-4C01-A367-F432ABF7B581}" type="pres">
      <dgm:prSet presAssocID="{BDCACF07-AFA4-49B3-952B-AE7D0029646F}" presName="background" presStyleLbl="node0" presStyleIdx="3" presStyleCnt="4"/>
      <dgm:spPr/>
    </dgm:pt>
    <dgm:pt modelId="{BC952B47-72BF-4BA8-B643-D03B6000BD74}" type="pres">
      <dgm:prSet presAssocID="{BDCACF07-AFA4-49B3-952B-AE7D0029646F}" presName="text" presStyleLbl="fgAcc0" presStyleIdx="3" presStyleCnt="4">
        <dgm:presLayoutVars>
          <dgm:chPref val="3"/>
        </dgm:presLayoutVars>
      </dgm:prSet>
      <dgm:spPr/>
    </dgm:pt>
    <dgm:pt modelId="{1BB5554D-1DCD-41AF-8BF3-283825FCA3C4}" type="pres">
      <dgm:prSet presAssocID="{BDCACF07-AFA4-49B3-952B-AE7D0029646F}" presName="hierChild2" presStyleCnt="0"/>
      <dgm:spPr/>
    </dgm:pt>
  </dgm:ptLst>
  <dgm:cxnLst>
    <dgm:cxn modelId="{8388B42A-CEF1-431B-B7E7-8B1159F229CC}" srcId="{6FA6F91B-16AC-4D4D-8FCD-BAAE6CA7B031}" destId="{BDCACF07-AFA4-49B3-952B-AE7D0029646F}" srcOrd="3" destOrd="0" parTransId="{C1FF8281-A70D-40EC-A242-B105FEF1EA74}" sibTransId="{3A6139DC-330B-4BFC-B52B-63B0F649C918}"/>
    <dgm:cxn modelId="{70013C2C-44C4-4E1A-8715-F4747B013967}" srcId="{6FA6F91B-16AC-4D4D-8FCD-BAAE6CA7B031}" destId="{FEF2E489-E0C4-43F3-A5BA-2856A949AEEF}" srcOrd="0" destOrd="0" parTransId="{B4F44764-10CA-4535-B6F8-D3752ABCBD9D}" sibTransId="{8D7F13C1-FF61-44E0-ABCB-9052E09C58AC}"/>
    <dgm:cxn modelId="{C267B539-6D20-474A-BB4D-6739C93E6F2B}" type="presOf" srcId="{6FA6F91B-16AC-4D4D-8FCD-BAAE6CA7B031}" destId="{1F9A9D63-BFF0-46D1-8AA2-059B14CE80AD}" srcOrd="0" destOrd="0" presId="urn:microsoft.com/office/officeart/2005/8/layout/hierarchy1"/>
    <dgm:cxn modelId="{FB10363D-E2BB-48B9-A4CA-6F6F9D3D3A80}" type="presOf" srcId="{1F0D90E4-0CF1-431E-9FE2-55493E4CB084}" destId="{6C22E4B5-1660-4EDF-B5DB-27DBDFE64FE4}" srcOrd="0" destOrd="0" presId="urn:microsoft.com/office/officeart/2005/8/layout/hierarchy1"/>
    <dgm:cxn modelId="{06FF7749-1143-4EBE-9A6C-287F97911926}" type="presOf" srcId="{FEF2E489-E0C4-43F3-A5BA-2856A949AEEF}" destId="{C351A85C-4740-43DD-A213-C841FB64D74C}" srcOrd="0" destOrd="0" presId="urn:microsoft.com/office/officeart/2005/8/layout/hierarchy1"/>
    <dgm:cxn modelId="{7BE2EE4E-7B9B-44FB-9CF4-50CD0CBFC1AD}" type="presOf" srcId="{D3C2350C-2A7A-45DE-9D09-130E70D60468}" destId="{8A2BDDFF-4C72-49B8-BAB4-019951809EF7}" srcOrd="0" destOrd="0" presId="urn:microsoft.com/office/officeart/2005/8/layout/hierarchy1"/>
    <dgm:cxn modelId="{BC550B51-892F-490D-8565-E022286646AB}" srcId="{6FA6F91B-16AC-4D4D-8FCD-BAAE6CA7B031}" destId="{1F0D90E4-0CF1-431E-9FE2-55493E4CB084}" srcOrd="2" destOrd="0" parTransId="{97444EE2-D322-4B74-8AF2-E61F61DEBE4F}" sibTransId="{D9F2D566-991B-49DD-9074-3CA5E58F9832}"/>
    <dgm:cxn modelId="{E43CFBA0-272B-4D62-878E-3E182740B152}" type="presOf" srcId="{BDCACF07-AFA4-49B3-952B-AE7D0029646F}" destId="{BC952B47-72BF-4BA8-B643-D03B6000BD74}" srcOrd="0" destOrd="0" presId="urn:microsoft.com/office/officeart/2005/8/layout/hierarchy1"/>
    <dgm:cxn modelId="{0D770EFE-CC47-42E2-A6FC-54F4E674A44A}" srcId="{6FA6F91B-16AC-4D4D-8FCD-BAAE6CA7B031}" destId="{D3C2350C-2A7A-45DE-9D09-130E70D60468}" srcOrd="1" destOrd="0" parTransId="{45F9193D-87EA-4A86-8D52-614D611F8D8F}" sibTransId="{89A01B4A-AFDD-4074-80FA-4439CEBACEA9}"/>
    <dgm:cxn modelId="{587B7462-7B36-4B1E-AF7C-501188D3EF46}" type="presParOf" srcId="{1F9A9D63-BFF0-46D1-8AA2-059B14CE80AD}" destId="{AFE34AE0-34BC-483F-8E46-68A655137C2F}" srcOrd="0" destOrd="0" presId="urn:microsoft.com/office/officeart/2005/8/layout/hierarchy1"/>
    <dgm:cxn modelId="{E7CAA4FD-34CD-4171-A7F2-F4365C5DD6AC}" type="presParOf" srcId="{AFE34AE0-34BC-483F-8E46-68A655137C2F}" destId="{16B8C5E7-BE4F-4EA2-A294-B17F635A72EC}" srcOrd="0" destOrd="0" presId="urn:microsoft.com/office/officeart/2005/8/layout/hierarchy1"/>
    <dgm:cxn modelId="{13EF054A-A32A-4F3D-BB2F-A08D1C2A2918}" type="presParOf" srcId="{16B8C5E7-BE4F-4EA2-A294-B17F635A72EC}" destId="{C8A37FC1-F56D-4CC6-922E-A601353D23AE}" srcOrd="0" destOrd="0" presId="urn:microsoft.com/office/officeart/2005/8/layout/hierarchy1"/>
    <dgm:cxn modelId="{E83C1AB9-B5B6-4B63-AF7F-B433C050257C}" type="presParOf" srcId="{16B8C5E7-BE4F-4EA2-A294-B17F635A72EC}" destId="{C351A85C-4740-43DD-A213-C841FB64D74C}" srcOrd="1" destOrd="0" presId="urn:microsoft.com/office/officeart/2005/8/layout/hierarchy1"/>
    <dgm:cxn modelId="{9A0C3B3F-554E-451D-BC45-9FE1C1CEB1E3}" type="presParOf" srcId="{AFE34AE0-34BC-483F-8E46-68A655137C2F}" destId="{84B01EBD-5263-4000-A188-EC9259F32805}" srcOrd="1" destOrd="0" presId="urn:microsoft.com/office/officeart/2005/8/layout/hierarchy1"/>
    <dgm:cxn modelId="{A1E602B1-FF79-4951-8644-DBED2B6B13B6}" type="presParOf" srcId="{1F9A9D63-BFF0-46D1-8AA2-059B14CE80AD}" destId="{4F0E552D-2ED0-4D60-A425-7FB177B1BD74}" srcOrd="1" destOrd="0" presId="urn:microsoft.com/office/officeart/2005/8/layout/hierarchy1"/>
    <dgm:cxn modelId="{A8761171-369A-47B6-9E05-F903B441A034}" type="presParOf" srcId="{4F0E552D-2ED0-4D60-A425-7FB177B1BD74}" destId="{B61E6537-1324-4909-9270-3763C8CF0A68}" srcOrd="0" destOrd="0" presId="urn:microsoft.com/office/officeart/2005/8/layout/hierarchy1"/>
    <dgm:cxn modelId="{A87DE80A-A49F-46F8-8042-9B78C07405C0}" type="presParOf" srcId="{B61E6537-1324-4909-9270-3763C8CF0A68}" destId="{15DAB0B9-8184-4379-A202-ABDDB1CBFF55}" srcOrd="0" destOrd="0" presId="urn:microsoft.com/office/officeart/2005/8/layout/hierarchy1"/>
    <dgm:cxn modelId="{0F3ADDEA-DE87-4597-91A3-B4A6CC17A67B}" type="presParOf" srcId="{B61E6537-1324-4909-9270-3763C8CF0A68}" destId="{8A2BDDFF-4C72-49B8-BAB4-019951809EF7}" srcOrd="1" destOrd="0" presId="urn:microsoft.com/office/officeart/2005/8/layout/hierarchy1"/>
    <dgm:cxn modelId="{88948902-31AE-4B3C-87EB-92DB34B77738}" type="presParOf" srcId="{4F0E552D-2ED0-4D60-A425-7FB177B1BD74}" destId="{E7EEDF77-2739-417D-9865-E7C6744D8696}" srcOrd="1" destOrd="0" presId="urn:microsoft.com/office/officeart/2005/8/layout/hierarchy1"/>
    <dgm:cxn modelId="{8F92E99A-B272-477E-A1BC-F62C140F77BF}" type="presParOf" srcId="{1F9A9D63-BFF0-46D1-8AA2-059B14CE80AD}" destId="{BA50A02D-965A-420D-8A57-1DB04C71CF6B}" srcOrd="2" destOrd="0" presId="urn:microsoft.com/office/officeart/2005/8/layout/hierarchy1"/>
    <dgm:cxn modelId="{85600B78-C7CD-451D-B239-13994C1AD5E6}" type="presParOf" srcId="{BA50A02D-965A-420D-8A57-1DB04C71CF6B}" destId="{AD9635AA-F615-47A0-A21C-CC94607E18C6}" srcOrd="0" destOrd="0" presId="urn:microsoft.com/office/officeart/2005/8/layout/hierarchy1"/>
    <dgm:cxn modelId="{18631436-9134-42D2-B21D-4291F094464D}" type="presParOf" srcId="{AD9635AA-F615-47A0-A21C-CC94607E18C6}" destId="{86B748AE-9BB3-48CB-960D-E703FA1B8FB7}" srcOrd="0" destOrd="0" presId="urn:microsoft.com/office/officeart/2005/8/layout/hierarchy1"/>
    <dgm:cxn modelId="{D7396BBC-AABA-4EA7-BF72-B78E6B4471F3}" type="presParOf" srcId="{AD9635AA-F615-47A0-A21C-CC94607E18C6}" destId="{6C22E4B5-1660-4EDF-B5DB-27DBDFE64FE4}" srcOrd="1" destOrd="0" presId="urn:microsoft.com/office/officeart/2005/8/layout/hierarchy1"/>
    <dgm:cxn modelId="{83724BF3-DA9F-4F6D-B205-DFF9DDD4FC7C}" type="presParOf" srcId="{BA50A02D-965A-420D-8A57-1DB04C71CF6B}" destId="{93945524-7E32-4B3A-98FB-390040DB17BB}" srcOrd="1" destOrd="0" presId="urn:microsoft.com/office/officeart/2005/8/layout/hierarchy1"/>
    <dgm:cxn modelId="{E8EA9F58-43A6-4510-A9F2-7BC5DD37A241}" type="presParOf" srcId="{1F9A9D63-BFF0-46D1-8AA2-059B14CE80AD}" destId="{A9A070E6-69D7-4658-8629-C91DAD02A4AF}" srcOrd="3" destOrd="0" presId="urn:microsoft.com/office/officeart/2005/8/layout/hierarchy1"/>
    <dgm:cxn modelId="{B344F923-D49E-40DB-87E8-3AD568676198}" type="presParOf" srcId="{A9A070E6-69D7-4658-8629-C91DAD02A4AF}" destId="{345FF66A-C3B8-4A87-9740-FAD918DD199C}" srcOrd="0" destOrd="0" presId="urn:microsoft.com/office/officeart/2005/8/layout/hierarchy1"/>
    <dgm:cxn modelId="{22E012E8-49F3-4FF9-B0BA-B390EA070508}" type="presParOf" srcId="{345FF66A-C3B8-4A87-9740-FAD918DD199C}" destId="{C61EE010-66DA-4C01-A367-F432ABF7B581}" srcOrd="0" destOrd="0" presId="urn:microsoft.com/office/officeart/2005/8/layout/hierarchy1"/>
    <dgm:cxn modelId="{9E03E55D-DB68-448B-81B0-EE92278497FF}" type="presParOf" srcId="{345FF66A-C3B8-4A87-9740-FAD918DD199C}" destId="{BC952B47-72BF-4BA8-B643-D03B6000BD74}" srcOrd="1" destOrd="0" presId="urn:microsoft.com/office/officeart/2005/8/layout/hierarchy1"/>
    <dgm:cxn modelId="{8835369E-4853-4838-8FC0-E227368ED437}" type="presParOf" srcId="{A9A070E6-69D7-4658-8629-C91DAD02A4AF}" destId="{1BB5554D-1DCD-41AF-8BF3-283825FCA3C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087C4-7829-419E-BC30-E1E4C975C5E2}">
      <dsp:nvSpPr>
        <dsp:cNvPr id="0" name=""/>
        <dsp:cNvSpPr/>
      </dsp:nvSpPr>
      <dsp:spPr>
        <a:xfrm>
          <a:off x="0" y="0"/>
          <a:ext cx="9288654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/>
            <a:t>Program Threats</a:t>
          </a:r>
          <a:endParaRPr lang="en-US" sz="4800" kern="1200"/>
        </a:p>
      </dsp:txBody>
      <dsp:txXfrm>
        <a:off x="32418" y="32418"/>
        <a:ext cx="8094307" cy="1041985"/>
      </dsp:txXfrm>
    </dsp:sp>
    <dsp:sp modelId="{81A9F70E-1488-4088-BD01-8F52198416BB}">
      <dsp:nvSpPr>
        <dsp:cNvPr id="0" name=""/>
        <dsp:cNvSpPr/>
      </dsp:nvSpPr>
      <dsp:spPr>
        <a:xfrm>
          <a:off x="819587" y="1291291"/>
          <a:ext cx="9288654" cy="1106821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/>
            <a:t>System / Network Threats</a:t>
          </a:r>
          <a:endParaRPr lang="en-US" sz="4800" kern="1200"/>
        </a:p>
      </dsp:txBody>
      <dsp:txXfrm>
        <a:off x="852005" y="1323709"/>
        <a:ext cx="7684797" cy="1041985"/>
      </dsp:txXfrm>
    </dsp:sp>
    <dsp:sp modelId="{D427002D-1F20-4A7A-B5F3-306B4D3E2374}">
      <dsp:nvSpPr>
        <dsp:cNvPr id="0" name=""/>
        <dsp:cNvSpPr/>
      </dsp:nvSpPr>
      <dsp:spPr>
        <a:xfrm>
          <a:off x="1639174" y="2582583"/>
          <a:ext cx="9288654" cy="1106821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/>
            <a:t>Authentication Threats</a:t>
          </a:r>
          <a:endParaRPr lang="en-US" sz="4800" kern="1200"/>
        </a:p>
      </dsp:txBody>
      <dsp:txXfrm>
        <a:off x="1671592" y="2615001"/>
        <a:ext cx="7684797" cy="1041985"/>
      </dsp:txXfrm>
    </dsp:sp>
    <dsp:sp modelId="{91034399-AAFE-46F4-9329-C6F28108D353}">
      <dsp:nvSpPr>
        <dsp:cNvPr id="0" name=""/>
        <dsp:cNvSpPr/>
      </dsp:nvSpPr>
      <dsp:spPr>
        <a:xfrm>
          <a:off x="8569220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8731092" y="839339"/>
        <a:ext cx="395689" cy="541373"/>
      </dsp:txXfrm>
    </dsp:sp>
    <dsp:sp modelId="{331624E2-8B95-4AB6-9307-F533D2E2E801}">
      <dsp:nvSpPr>
        <dsp:cNvPr id="0" name=""/>
        <dsp:cNvSpPr/>
      </dsp:nvSpPr>
      <dsp:spPr>
        <a:xfrm>
          <a:off x="9388807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9550679" y="2123252"/>
        <a:ext cx="395689" cy="5413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03B33-B047-435B-939B-004058CF1053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6E3DC-3CC9-48B4-9B9F-867A6FB0C129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Security Awareness Training</a:t>
          </a:r>
          <a:endParaRPr lang="en-US" sz="2700" kern="1200"/>
        </a:p>
      </dsp:txBody>
      <dsp:txXfrm>
        <a:off x="299702" y="1282093"/>
        <a:ext cx="2200851" cy="1366505"/>
      </dsp:txXfrm>
    </dsp:sp>
    <dsp:sp modelId="{E24B232C-D302-49B9-9C23-25D0A28E61B5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FE7BE-F3ED-4E4A-993D-CD7A69BCF116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Patch Management</a:t>
          </a:r>
          <a:endParaRPr lang="en-US" sz="2700" kern="1200"/>
        </a:p>
      </dsp:txBody>
      <dsp:txXfrm>
        <a:off x="3093555" y="1282093"/>
        <a:ext cx="2200851" cy="1366505"/>
      </dsp:txXfrm>
    </dsp:sp>
    <dsp:sp modelId="{630A97C0-415B-41A0-B514-5CA3340FB6E5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52001-DD80-4536-A238-801516831188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Incident Response Planning </a:t>
          </a:r>
          <a:endParaRPr lang="en-US" sz="2700" kern="1200"/>
        </a:p>
      </dsp:txBody>
      <dsp:txXfrm>
        <a:off x="5887408" y="1282093"/>
        <a:ext cx="2200851" cy="1366505"/>
      </dsp:txXfrm>
    </dsp:sp>
    <dsp:sp modelId="{E8111EBD-7D71-4B70-9CA8-DFB66D1B1BEC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156FAA-B457-4A6D-81CF-92E87D2A2103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Compliance Audits</a:t>
          </a:r>
          <a:endParaRPr lang="en-US" sz="2700" kern="1200"/>
        </a:p>
      </dsp:txBody>
      <dsp:txXfrm>
        <a:off x="8681261" y="1282093"/>
        <a:ext cx="2200851" cy="1366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37FC1-F56D-4CC6-922E-A601353D23AE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51A85C-4740-43DD-A213-C841FB64D74C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Quantitative Metrics</a:t>
          </a:r>
          <a:endParaRPr lang="en-US" sz="2400" kern="1200"/>
        </a:p>
      </dsp:txBody>
      <dsp:txXfrm>
        <a:off x="299702" y="1282093"/>
        <a:ext cx="2200851" cy="1366505"/>
      </dsp:txXfrm>
    </dsp:sp>
    <dsp:sp modelId="{15DAB0B9-8184-4379-A202-ABDDB1CBFF55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BDDFF-4C72-49B8-BAB4-019951809EF7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Cross-industry Comparisons</a:t>
          </a:r>
          <a:endParaRPr lang="en-US" sz="2400" kern="1200"/>
        </a:p>
      </dsp:txBody>
      <dsp:txXfrm>
        <a:off x="3093555" y="1282093"/>
        <a:ext cx="2200851" cy="1366505"/>
      </dsp:txXfrm>
    </dsp:sp>
    <dsp:sp modelId="{86B748AE-9BB3-48CB-960D-E703FA1B8FB7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22E4B5-1660-4EDF-B5DB-27DBDFE64FE4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Cost Considerations</a:t>
          </a:r>
          <a:endParaRPr lang="en-US" sz="2400" kern="1200"/>
        </a:p>
      </dsp:txBody>
      <dsp:txXfrm>
        <a:off x="5887408" y="1282093"/>
        <a:ext cx="2200851" cy="1366505"/>
      </dsp:txXfrm>
    </dsp:sp>
    <dsp:sp modelId="{C61EE010-66DA-4C01-A367-F432ABF7B581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52B47-72BF-4BA8-B643-D03B6000BD74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Usability vs Security</a:t>
          </a:r>
          <a:endParaRPr lang="en-US" sz="2400" kern="1200"/>
        </a:p>
      </dsp:txBody>
      <dsp:txXfrm>
        <a:off x="8681261" y="1282093"/>
        <a:ext cx="2200851" cy="1366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hand holding a hologram of a lock&#10;&#10;AI-generated content may be incorrect.">
            <a:extLst>
              <a:ext uri="{FF2B5EF4-FFF2-40B4-BE49-F238E27FC236}">
                <a16:creationId xmlns:a16="http://schemas.microsoft.com/office/drawing/2014/main" id="{F8ACF19A-2CDB-2BBC-8A1E-28D7C1EAA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7" r="21997" b="-1"/>
          <a:stretch/>
        </p:blipFill>
        <p:spPr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43650" y="3962400"/>
            <a:ext cx="5505814" cy="169040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 in </a:t>
            </a:r>
            <a:b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Operating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6CFD7-0F18-547E-CFCB-3AD1363BD096}"/>
              </a:ext>
            </a:extLst>
          </p:cNvPr>
          <p:cNvSpPr txBox="1"/>
          <p:nvPr/>
        </p:nvSpPr>
        <p:spPr>
          <a:xfrm>
            <a:off x="6343650" y="5709565"/>
            <a:ext cx="5395975" cy="64678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Batch : Y2.S1.CS.WD</a:t>
            </a:r>
          </a:p>
        </p:txBody>
      </p:sp>
      <p:pic>
        <p:nvPicPr>
          <p:cNvPr id="3" name="Picture 2" descr="A blue and orange logo&#10;&#10;AI-generated content may be incorrect.">
            <a:extLst>
              <a:ext uri="{FF2B5EF4-FFF2-40B4-BE49-F238E27FC236}">
                <a16:creationId xmlns:a16="http://schemas.microsoft.com/office/drawing/2014/main" id="{D33A824B-33FD-0300-2215-4EFBF89CC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2978" y="174400"/>
            <a:ext cx="1906486" cy="18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EE7A1-D6AC-3186-5524-CD3663D4C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Group Members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A7FACCD-FD46-A283-783F-ED00A0BAE3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3686425"/>
              </p:ext>
            </p:extLst>
          </p:nvPr>
        </p:nvGraphicFramePr>
        <p:xfrm>
          <a:off x="644056" y="2922317"/>
          <a:ext cx="10927830" cy="3076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7122">
                  <a:extLst>
                    <a:ext uri="{9D8B030D-6E8A-4147-A177-3AD203B41FA5}">
                      <a16:colId xmlns:a16="http://schemas.microsoft.com/office/drawing/2014/main" val="860117665"/>
                    </a:ext>
                  </a:extLst>
                </a:gridCol>
                <a:gridCol w="4560708">
                  <a:extLst>
                    <a:ext uri="{9D8B030D-6E8A-4147-A177-3AD203B41FA5}">
                      <a16:colId xmlns:a16="http://schemas.microsoft.com/office/drawing/2014/main" val="1839792955"/>
                    </a:ext>
                  </a:extLst>
                </a:gridCol>
              </a:tblGrid>
              <a:tr h="615346">
                <a:tc>
                  <a:txBody>
                    <a:bodyPr/>
                    <a:lstStyle/>
                    <a:p>
                      <a:r>
                        <a:rPr lang="en-GB" sz="2800"/>
                        <a:t>                          Name</a:t>
                      </a:r>
                    </a:p>
                  </a:txBody>
                  <a:tcPr marL="139851" marR="139851" marT="69926" marB="699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800"/>
                        <a:t>                         Student ID</a:t>
                      </a:r>
                    </a:p>
                  </a:txBody>
                  <a:tcPr marL="139851" marR="139851" marT="69926" marB="69926" anchor="ctr"/>
                </a:tc>
                <a:extLst>
                  <a:ext uri="{0D108BD9-81ED-4DB2-BD59-A6C34878D82A}">
                    <a16:rowId xmlns:a16="http://schemas.microsoft.com/office/drawing/2014/main" val="3854467593"/>
                  </a:ext>
                </a:extLst>
              </a:tr>
              <a:tr h="615346">
                <a:tc>
                  <a:txBody>
                    <a:bodyPr/>
                    <a:lstStyle/>
                    <a:p>
                      <a:r>
                        <a:rPr lang="en-GB" sz="2800"/>
                        <a:t>H.M.S.T.KARUNARATHNA   (Leader)</a:t>
                      </a:r>
                    </a:p>
                  </a:txBody>
                  <a:tcPr marL="139851" marR="139851" marT="69926" marB="69926"/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          IT23822412</a:t>
                      </a:r>
                    </a:p>
                  </a:txBody>
                  <a:tcPr marL="139851" marR="139851" marT="69926" marB="69926"/>
                </a:tc>
                <a:extLst>
                  <a:ext uri="{0D108BD9-81ED-4DB2-BD59-A6C34878D82A}">
                    <a16:rowId xmlns:a16="http://schemas.microsoft.com/office/drawing/2014/main" val="3123611710"/>
                  </a:ext>
                </a:extLst>
              </a:tr>
              <a:tr h="615346">
                <a:tc>
                  <a:txBody>
                    <a:bodyPr/>
                    <a:lstStyle/>
                    <a:p>
                      <a:r>
                        <a:rPr lang="en-GB" sz="2800"/>
                        <a:t>RAKSHA MARIYANESAN</a:t>
                      </a:r>
                    </a:p>
                  </a:txBody>
                  <a:tcPr marL="139851" marR="139851" marT="69926" marB="69926"/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          IT23834088</a:t>
                      </a:r>
                    </a:p>
                  </a:txBody>
                  <a:tcPr marL="139851" marR="139851" marT="69926" marB="69926"/>
                </a:tc>
                <a:extLst>
                  <a:ext uri="{0D108BD9-81ED-4DB2-BD59-A6C34878D82A}">
                    <a16:rowId xmlns:a16="http://schemas.microsoft.com/office/drawing/2014/main" val="86589105"/>
                  </a:ext>
                </a:extLst>
              </a:tr>
              <a:tr h="615346">
                <a:tc>
                  <a:txBody>
                    <a:bodyPr/>
                    <a:lstStyle/>
                    <a:p>
                      <a:r>
                        <a:rPr lang="en-GB" sz="2800"/>
                        <a:t>RACHANA MARIYANESAN</a:t>
                      </a:r>
                    </a:p>
                  </a:txBody>
                  <a:tcPr marL="139851" marR="139851" marT="69926" marB="69926"/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          IT23833920</a:t>
                      </a:r>
                    </a:p>
                  </a:txBody>
                  <a:tcPr marL="139851" marR="139851" marT="69926" marB="69926"/>
                </a:tc>
                <a:extLst>
                  <a:ext uri="{0D108BD9-81ED-4DB2-BD59-A6C34878D82A}">
                    <a16:rowId xmlns:a16="http://schemas.microsoft.com/office/drawing/2014/main" val="1139046679"/>
                  </a:ext>
                </a:extLst>
              </a:tr>
              <a:tr h="615346">
                <a:tc>
                  <a:txBody>
                    <a:bodyPr/>
                    <a:lstStyle/>
                    <a:p>
                      <a:r>
                        <a:rPr lang="en-GB" sz="2800"/>
                        <a:t>D.S.W.WEERAKOON</a:t>
                      </a:r>
                    </a:p>
                  </a:txBody>
                  <a:tcPr marL="139851" marR="139851" marT="69926" marB="69926"/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          IT20625566</a:t>
                      </a:r>
                    </a:p>
                  </a:txBody>
                  <a:tcPr marL="139851" marR="139851" marT="69926" marB="69926"/>
                </a:tc>
                <a:extLst>
                  <a:ext uri="{0D108BD9-81ED-4DB2-BD59-A6C34878D82A}">
                    <a16:rowId xmlns:a16="http://schemas.microsoft.com/office/drawing/2014/main" val="186634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078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F5AC9C-B63C-6870-EE26-CE9843F8E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531"/>
            <a:ext cx="10803923" cy="4105832"/>
          </a:xfrm>
        </p:spPr>
        <p:txBody>
          <a:bodyPr>
            <a:normAutofit/>
          </a:bodyPr>
          <a:lstStyle/>
          <a:p>
            <a:pPr algn="ctr"/>
            <a:r>
              <a:rPr lang="en-GB" sz="7200" b="1" dirty="0">
                <a:solidFill>
                  <a:schemeClr val="bg1">
                    <a:lumMod val="95000"/>
                  </a:schemeClr>
                </a:solidFill>
              </a:rPr>
              <a:t>INTRODUCTION</a:t>
            </a:r>
            <a:endParaRPr lang="en-US" sz="7200" b="1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049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E46C96-CE58-8AE2-5808-23CC91AEA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METHODOLOGY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788F42-1F01-76BF-5968-B099C2EB6384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dirty="0"/>
              <a:t>Theoretical review</a:t>
            </a:r>
            <a:endParaRPr lang="en-US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dirty="0"/>
              <a:t>Empirical data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dirty="0"/>
              <a:t>Case Studies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dirty="0"/>
              <a:t>Experimental testbeds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dirty="0"/>
              <a:t>Comparative analyses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dirty="0"/>
              <a:t>Qualitative input</a:t>
            </a:r>
          </a:p>
        </p:txBody>
      </p:sp>
    </p:spTree>
    <p:extLst>
      <p:ext uri="{BB962C8B-B14F-4D97-AF65-F5344CB8AC3E}">
        <p14:creationId xmlns:p14="http://schemas.microsoft.com/office/powerpoint/2010/main" val="3666781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5AADD842-7469-481F-AEF2-DDA7D3A9A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65063E-14E4-3925-4514-032F28E21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8" y="637763"/>
            <a:ext cx="9889797" cy="14131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OBJECTIVES</a:t>
            </a:r>
            <a:endParaRPr lang="en-US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4058847-87A2-48B5-B733-C9FC6F0FF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6A1669C-D4FD-6DAB-3C08-EBDB180698FE}"/>
              </a:ext>
            </a:extLst>
          </p:cNvPr>
          <p:cNvSpPr/>
          <p:nvPr/>
        </p:nvSpPr>
        <p:spPr>
          <a:xfrm>
            <a:off x="5241645" y="3818110"/>
            <a:ext cx="6455272" cy="114849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understand the importance of securing operating systems in modern computing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8CE886A-266A-45DB-B141-3271799F4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99BC14C-1E38-4664-C9CC-3060CF669D02}"/>
              </a:ext>
            </a:extLst>
          </p:cNvPr>
          <p:cNvSpPr/>
          <p:nvPr/>
        </p:nvSpPr>
        <p:spPr>
          <a:xfrm>
            <a:off x="335262" y="2576430"/>
            <a:ext cx="6568962" cy="118097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GB" sz="2400" b="1" dirty="0">
                <a:solidFill>
                  <a:schemeClr val="tx1"/>
                </a:solidFill>
                <a:ea typeface="+mn-lt"/>
                <a:cs typeface="+mn-lt"/>
              </a:rPr>
              <a:t>To identify key threats and vulnerabilities that impact OS security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613550-5C3D-B805-F199-5CB5738E88AA}"/>
              </a:ext>
            </a:extLst>
          </p:cNvPr>
          <p:cNvSpPr/>
          <p:nvPr/>
        </p:nvSpPr>
        <p:spPr>
          <a:xfrm>
            <a:off x="438056" y="5180049"/>
            <a:ext cx="6707952" cy="116303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GB" sz="2400" b="1" dirty="0">
                <a:solidFill>
                  <a:schemeClr val="tx1"/>
                </a:solidFill>
                <a:ea typeface="+mn-lt"/>
                <a:cs typeface="+mn-lt"/>
              </a:rPr>
              <a:t>To explore real-world practices, techniques, and tools for safeguarding operating</a:t>
            </a:r>
            <a:endParaRPr lang="en-US" sz="2400" b="1">
              <a:solidFill>
                <a:schemeClr val="tx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GB" sz="2400" b="1" dirty="0">
                <a:solidFill>
                  <a:schemeClr val="tx1"/>
                </a:solidFill>
                <a:ea typeface="+mn-lt"/>
                <a:cs typeface="+mn-lt"/>
              </a:rPr>
              <a:t>systems.</a:t>
            </a:r>
            <a:endParaRPr lang="en-GB" sz="2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932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C86D6-B1E0-A3C7-7218-392E6E5A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Core Principles of OS Security</a:t>
            </a:r>
          </a:p>
        </p:txBody>
      </p:sp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749DF475-914D-1C37-31D1-5F3DF193B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011" y="4484204"/>
            <a:ext cx="3568151" cy="19232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C6496B-C51A-4241-EF08-8E0BCC36E409}"/>
              </a:ext>
            </a:extLst>
          </p:cNvPr>
          <p:cNvSpPr txBox="1"/>
          <p:nvPr/>
        </p:nvSpPr>
        <p:spPr>
          <a:xfrm>
            <a:off x="1897270" y="2659270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n-GB" dirty="0"/>
              <a:t>CIA triad​</a:t>
            </a:r>
          </a:p>
          <a:p>
            <a:pPr marL="285750" indent="-285750">
              <a:buFont typeface="Wingdings"/>
              <a:buChar char="q"/>
            </a:pPr>
            <a:endParaRPr lang="en-GB" dirty="0"/>
          </a:p>
          <a:p>
            <a:pPr marL="285750" indent="-285750">
              <a:buFont typeface="Wingdings"/>
              <a:buChar char="q"/>
            </a:pP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259D83-027E-281B-650E-829E85283DDE}"/>
              </a:ext>
            </a:extLst>
          </p:cNvPr>
          <p:cNvSpPr txBox="1"/>
          <p:nvPr/>
        </p:nvSpPr>
        <p:spPr>
          <a:xfrm>
            <a:off x="1897270" y="3266662"/>
            <a:ext cx="468685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n-GB" dirty="0"/>
              <a:t>Protection mechanism vs   Security   mechanism</a:t>
            </a:r>
            <a:endParaRPr lang="en-US" dirty="0"/>
          </a:p>
          <a:p>
            <a:pPr marL="285750" indent="-285750">
              <a:buFont typeface="Wingdings"/>
              <a:buChar char="q"/>
            </a:pPr>
            <a:endParaRPr lang="en-GB" dirty="0"/>
          </a:p>
          <a:p>
            <a:pPr marL="285750" indent="-285750">
              <a:buFont typeface="Wingdings"/>
              <a:buChar char="q"/>
            </a:pPr>
            <a:r>
              <a:rPr lang="en-GB" dirty="0"/>
              <a:t>Foundational security  tools</a:t>
            </a:r>
          </a:p>
          <a:p>
            <a:pPr marL="285750" indent="-285750">
              <a:buFont typeface="Wingdings"/>
              <a:buChar char="q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8999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B6994E-4611-36FD-59FB-DFF891351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Threat Categories</a:t>
            </a:r>
            <a:endParaRPr lang="en-US" sz="4000" b="1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06E36F-684F-B04A-7566-C9BDA32787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27058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6051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7E2A86-C0D1-0D78-B29F-424773AE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Security Techniques and Controls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028C29-63DA-570F-D936-37509FBB94FF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dirty="0"/>
              <a:t>Access Control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dirty="0"/>
              <a:t>Encryption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dirty="0"/>
              <a:t>Authentication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dirty="0"/>
              <a:t>IDS and Firewall</a:t>
            </a:r>
          </a:p>
        </p:txBody>
      </p:sp>
    </p:spTree>
    <p:extLst>
      <p:ext uri="{BB962C8B-B14F-4D97-AF65-F5344CB8AC3E}">
        <p14:creationId xmlns:p14="http://schemas.microsoft.com/office/powerpoint/2010/main" val="1062897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A8013C-670C-7F15-8FD2-D54C4F4AC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r>
              <a:rPr lang="en-GB" b="1"/>
              <a:t>Cryptographic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5A7FF-0C4D-8EAD-8E97-C24C1358F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92194" cy="435133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r>
              <a:rPr lang="en-GB"/>
              <a:t>  Encryption</a:t>
            </a:r>
            <a:endParaRPr lang="en-US"/>
          </a:p>
          <a:p>
            <a:pPr>
              <a:buFont typeface="Wingdings" panose="020B0604020202020204" pitchFamily="34" charset="0"/>
              <a:buChar char="q"/>
            </a:pPr>
            <a:endParaRPr lang="en-GB" dirty="0"/>
          </a:p>
          <a:p>
            <a:pPr>
              <a:buFont typeface="Wingdings" panose="020B0604020202020204" pitchFamily="34" charset="0"/>
              <a:buChar char="q"/>
            </a:pPr>
            <a:endParaRPr lang="en-GB"/>
          </a:p>
          <a:p>
            <a:pPr>
              <a:buFont typeface="Wingdings" panose="020B0604020202020204" pitchFamily="34" charset="0"/>
              <a:buChar char="q"/>
            </a:pPr>
            <a:r>
              <a:rPr lang="en-GB"/>
              <a:t>   Hashing</a:t>
            </a:r>
          </a:p>
          <a:p>
            <a:pPr>
              <a:buFont typeface="Wingdings" panose="020B0604020202020204" pitchFamily="34" charset="0"/>
              <a:buChar char="q"/>
            </a:pPr>
            <a:endParaRPr lang="en-GB" dirty="0"/>
          </a:p>
          <a:p>
            <a:pPr>
              <a:buFont typeface="Wingdings" panose="020B0604020202020204" pitchFamily="34" charset="0"/>
              <a:buChar char="q"/>
            </a:pPr>
            <a:endParaRPr lang="en-GB" dirty="0"/>
          </a:p>
          <a:p>
            <a:pPr>
              <a:buFont typeface="Wingdings" panose="020B0604020202020204" pitchFamily="34" charset="0"/>
              <a:buChar char="q"/>
            </a:pPr>
            <a:r>
              <a:rPr lang="en-GB"/>
              <a:t>  Digital Signatures and Certificates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blue lock with binary code and numbers&#10;&#10;AI-generated content may be incorrect.">
            <a:extLst>
              <a:ext uri="{FF2B5EF4-FFF2-40B4-BE49-F238E27FC236}">
                <a16:creationId xmlns:a16="http://schemas.microsoft.com/office/drawing/2014/main" id="{CA2BEF79-6841-347D-0A7F-1904F62B08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249" b="-1"/>
          <a:stretch/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15" name="Arc 14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erson holding a key to a computer&#10;&#10;AI-generated content may be incorrect.">
            <a:extLst>
              <a:ext uri="{FF2B5EF4-FFF2-40B4-BE49-F238E27FC236}">
                <a16:creationId xmlns:a16="http://schemas.microsoft.com/office/drawing/2014/main" id="{E1E00F68-28E9-F42B-20BA-79B9E77168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73" r="1" b="1"/>
          <a:stretch/>
        </p:blipFill>
        <p:spPr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17119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95BA1B-DDD8-1A1F-CAD3-A4A23331E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Human-Centric Vulnerabilities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794B79-F6D5-4553-C052-4E17A39E521E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b="1" dirty="0"/>
              <a:t>Social Engineering</a:t>
            </a:r>
            <a:endParaRPr lang="en-US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b="1" dirty="0"/>
              <a:t>Poor Password Practices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b="1" dirty="0"/>
              <a:t>Insider Threats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b="1" dirty="0"/>
              <a:t>Mitigation</a:t>
            </a:r>
          </a:p>
        </p:txBody>
      </p:sp>
    </p:spTree>
    <p:extLst>
      <p:ext uri="{BB962C8B-B14F-4D97-AF65-F5344CB8AC3E}">
        <p14:creationId xmlns:p14="http://schemas.microsoft.com/office/powerpoint/2010/main" val="1522628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09584-54C6-FAA7-6B85-6C28DB6C4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GB" sz="4000" b="1"/>
              <a:t>Logging and Monitoring</a:t>
            </a:r>
            <a:endParaRPr lang="en-US" sz="4000" b="1"/>
          </a:p>
        </p:txBody>
      </p:sp>
      <p:pic>
        <p:nvPicPr>
          <p:cNvPr id="4" name="Picture 3" descr="A computer with a graph and a magnifying glass&#10;&#10;AI-generated content may be incorrect.">
            <a:extLst>
              <a:ext uri="{FF2B5EF4-FFF2-40B4-BE49-F238E27FC236}">
                <a16:creationId xmlns:a16="http://schemas.microsoft.com/office/drawing/2014/main" id="{D6747E81-21C1-8154-6821-22B8BB16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30" y="2244111"/>
            <a:ext cx="3876165" cy="193808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8745D-77E4-8AA6-5739-871F6D0AE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r>
              <a:rPr lang="en-GB" sz="2000"/>
              <a:t>Logging and auditing are crucial</a:t>
            </a:r>
            <a:endParaRPr lang="en-US" sz="2000"/>
          </a:p>
          <a:p>
            <a:pPr>
              <a:buFont typeface="Wingdings" panose="020B0604020202020204" pitchFamily="34" charset="0"/>
              <a:buChar char="q"/>
            </a:pPr>
            <a:endParaRPr lang="en-GB" sz="2000"/>
          </a:p>
          <a:p>
            <a:pPr>
              <a:buFont typeface="Wingdings" panose="020B0604020202020204" pitchFamily="34" charset="0"/>
              <a:buChar char="q"/>
            </a:pPr>
            <a:endParaRPr lang="en-GB" sz="2000"/>
          </a:p>
          <a:p>
            <a:pPr>
              <a:buFont typeface="Wingdings" panose="020B0604020202020204" pitchFamily="34" charset="0"/>
              <a:buChar char="q"/>
            </a:pPr>
            <a:r>
              <a:rPr lang="en-GB" sz="2000"/>
              <a:t>Logs help detect intrusions and misuse</a:t>
            </a:r>
          </a:p>
          <a:p>
            <a:pPr>
              <a:buFont typeface="Wingdings" panose="020B0604020202020204" pitchFamily="34" charset="0"/>
              <a:buChar char="q"/>
            </a:pPr>
            <a:endParaRPr lang="en-GB" sz="2000"/>
          </a:p>
          <a:p>
            <a:pPr>
              <a:buFont typeface="Wingdings" panose="020B0604020202020204" pitchFamily="34" charset="0"/>
              <a:buChar char="q"/>
            </a:pPr>
            <a:endParaRPr lang="en-GB" sz="2000"/>
          </a:p>
          <a:p>
            <a:pPr>
              <a:buFont typeface="Wingdings" panose="020B0604020202020204" pitchFamily="34" charset="0"/>
              <a:buChar char="q"/>
            </a:pPr>
            <a:r>
              <a:rPr lang="en-GB" sz="2000"/>
              <a:t>Balance granularity and performance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26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01B08-6CC6-7AB5-F4AA-BE25B890D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Security Classifications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789A6-3810-7259-ECA1-8AF8C256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r>
              <a:rPr lang="en-GB" sz="2400" dirty="0"/>
              <a:t>  </a:t>
            </a:r>
            <a:r>
              <a:rPr lang="en-GB" sz="2400" b="1" dirty="0"/>
              <a:t> TCSEC(Orange Book) Security Level</a:t>
            </a:r>
          </a:p>
          <a:p>
            <a:pPr>
              <a:buFont typeface="Wingdings" panose="020B0604020202020204" pitchFamily="34" charset="0"/>
              <a:buChar char="q"/>
            </a:pPr>
            <a:endParaRPr lang="en-GB" sz="2400" b="1" dirty="0"/>
          </a:p>
          <a:p>
            <a:pPr>
              <a:buFont typeface="Wingdings" panose="020B0604020202020204" pitchFamily="34" charset="0"/>
              <a:buChar char="q"/>
            </a:pPr>
            <a:r>
              <a:rPr lang="en-GB" sz="2400" b="1" dirty="0"/>
              <a:t>    Emphasis on C2 and B1 for enterprise</a:t>
            </a:r>
          </a:p>
        </p:txBody>
      </p:sp>
    </p:spTree>
    <p:extLst>
      <p:ext uri="{BB962C8B-B14F-4D97-AF65-F5344CB8AC3E}">
        <p14:creationId xmlns:p14="http://schemas.microsoft.com/office/powerpoint/2010/main" val="3462711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BB7124-C7F7-DC24-A256-887CA2CAE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5400" b="1"/>
              <a:t>Emerging Trends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5DDCC-B6F8-DA96-5AD6-78FC709B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r>
              <a:rPr lang="en-GB" sz="2200"/>
              <a:t>  Cloud Computing</a:t>
            </a:r>
            <a:endParaRPr lang="en-US" sz="2200"/>
          </a:p>
          <a:p>
            <a:pPr>
              <a:buFont typeface="Wingdings" panose="020B0604020202020204" pitchFamily="34" charset="0"/>
              <a:buChar char="q"/>
            </a:pPr>
            <a:endParaRPr lang="en-GB" sz="2200"/>
          </a:p>
          <a:p>
            <a:pPr>
              <a:buFont typeface="Wingdings" panose="020B0604020202020204" pitchFamily="34" charset="0"/>
              <a:buChar char="q"/>
            </a:pPr>
            <a:r>
              <a:rPr lang="en-GB" sz="2200"/>
              <a:t>   Containers &amp; Virtualization</a:t>
            </a:r>
          </a:p>
          <a:p>
            <a:pPr>
              <a:buFont typeface="Wingdings" panose="020B0604020202020204" pitchFamily="34" charset="0"/>
              <a:buChar char="q"/>
            </a:pPr>
            <a:endParaRPr lang="en-GB" sz="2200"/>
          </a:p>
          <a:p>
            <a:pPr>
              <a:buFont typeface="Wingdings" panose="020B0604020202020204" pitchFamily="34" charset="0"/>
              <a:buChar char="q"/>
            </a:pPr>
            <a:r>
              <a:rPr lang="en-GB" sz="2200"/>
              <a:t>    IOT</a:t>
            </a:r>
          </a:p>
          <a:p>
            <a:pPr>
              <a:buFont typeface="Wingdings" panose="020B0604020202020204" pitchFamily="34" charset="0"/>
              <a:buChar char="q"/>
            </a:pPr>
            <a:endParaRPr lang="en-GB" sz="2200"/>
          </a:p>
          <a:p>
            <a:pPr>
              <a:buFont typeface="Wingdings" panose="020B0604020202020204" pitchFamily="34" charset="0"/>
              <a:buChar char="q"/>
            </a:pPr>
            <a:r>
              <a:rPr lang="en-GB" sz="2200"/>
              <a:t>     AI in Cybersecurity</a:t>
            </a:r>
          </a:p>
        </p:txBody>
      </p:sp>
      <p:pic>
        <p:nvPicPr>
          <p:cNvPr id="4" name="Picture 3" descr="A hand holding a glowing globe&#10;&#10;AI-generated content may be incorrect.">
            <a:extLst>
              <a:ext uri="{FF2B5EF4-FFF2-40B4-BE49-F238E27FC236}">
                <a16:creationId xmlns:a16="http://schemas.microsoft.com/office/drawing/2014/main" id="{1A6D4C5C-2241-65D2-34D0-283811964C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93" r="21587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95101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9CB58-B651-A43F-2513-BF72DC4ED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Policy Recommendations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1C7DF1CB-BB20-D13B-0E1B-1C2B025831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547958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1260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EADA7-2A63-C639-E60D-A20F4496B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Strengths of the 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242CA-D1AA-1542-2374-6463DABB7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r>
              <a:rPr lang="en-GB" sz="2000"/>
              <a:t>   Interdisciplinary Approach</a:t>
            </a:r>
            <a:endParaRPr lang="en-US" sz="2000"/>
          </a:p>
          <a:p>
            <a:pPr>
              <a:buFont typeface="Wingdings" panose="020B0604020202020204" pitchFamily="34" charset="0"/>
              <a:buChar char="q"/>
            </a:pPr>
            <a:endParaRPr lang="en-GB" sz="2000"/>
          </a:p>
          <a:p>
            <a:pPr>
              <a:buFont typeface="Wingdings" panose="020B0604020202020204" pitchFamily="34" charset="0"/>
              <a:buChar char="q"/>
            </a:pPr>
            <a:r>
              <a:rPr lang="en-GB" sz="2000"/>
              <a:t>   Visual Illustrations</a:t>
            </a:r>
          </a:p>
          <a:p>
            <a:pPr>
              <a:buFont typeface="Wingdings" panose="020B0604020202020204" pitchFamily="34" charset="0"/>
              <a:buChar char="q"/>
            </a:pPr>
            <a:endParaRPr lang="en-GB" sz="2000"/>
          </a:p>
          <a:p>
            <a:pPr>
              <a:buFont typeface="Wingdings" panose="020B0604020202020204" pitchFamily="34" charset="0"/>
              <a:buChar char="q"/>
            </a:pPr>
            <a:r>
              <a:rPr lang="en-GB" sz="2000"/>
              <a:t>   Empirical Validity</a:t>
            </a:r>
          </a:p>
          <a:p>
            <a:pPr>
              <a:buFont typeface="Wingdings" panose="020B0604020202020204" pitchFamily="34" charset="0"/>
              <a:buChar char="q"/>
            </a:pPr>
            <a:endParaRPr lang="en-GB" sz="2000"/>
          </a:p>
          <a:p>
            <a:pPr>
              <a:buFont typeface="Wingdings" panose="020B0604020202020204" pitchFamily="34" charset="0"/>
              <a:buChar char="q"/>
            </a:pPr>
            <a:r>
              <a:rPr lang="en-GB" sz="2000"/>
              <a:t>   Forward Looking</a:t>
            </a:r>
          </a:p>
        </p:txBody>
      </p:sp>
    </p:spTree>
    <p:extLst>
      <p:ext uri="{BB962C8B-B14F-4D97-AF65-F5344CB8AC3E}">
        <p14:creationId xmlns:p14="http://schemas.microsoft.com/office/powerpoint/2010/main" val="3764567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4BBFE6-1CA1-9275-FD41-7F4564CB4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Areas for Improvement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6E643B-574E-73FA-30C7-4D1662E9D4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17176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2716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216B4F-1BD6-08AE-FF73-E4DBFEEFB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pic>
        <p:nvPicPr>
          <p:cNvPr id="5124" name="Picture 4" descr="Conclusion Vector Art, Icons, and Graphics for Free Download">
            <a:extLst>
              <a:ext uri="{FF2B5EF4-FFF2-40B4-BE49-F238E27FC236}">
                <a16:creationId xmlns:a16="http://schemas.microsoft.com/office/drawing/2014/main" id="{D876287B-53BC-A8C1-6449-59B03E375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1164777"/>
            <a:ext cx="6780700" cy="452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656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62023-4323-6407-4333-1E315A9A4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E72B2-9884-132F-5247-7FA3914AF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Cybersecurity PowerPoint Template - SlideBazaar">
            <a:extLst>
              <a:ext uri="{FF2B5EF4-FFF2-40B4-BE49-F238E27FC236}">
                <a16:creationId xmlns:a16="http://schemas.microsoft.com/office/drawing/2014/main" id="{616E7C1D-9AEB-FF5B-F128-ED33184F7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9711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349</Words>
  <Application>Microsoft Office PowerPoint</Application>
  <PresentationFormat>Widescreen</PresentationFormat>
  <Paragraphs>40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Security in  Operating System</vt:lpstr>
      <vt:lpstr>Group Members</vt:lpstr>
      <vt:lpstr>INTRODUCTION</vt:lpstr>
      <vt:lpstr>METHODOLOGY</vt:lpstr>
      <vt:lpstr>OBJECTIVES</vt:lpstr>
      <vt:lpstr>Core Principles of OS Security</vt:lpstr>
      <vt:lpstr>Threat Categories</vt:lpstr>
      <vt:lpstr>Security Techniques and Controls</vt:lpstr>
      <vt:lpstr>Cryptographic Mechanisms</vt:lpstr>
      <vt:lpstr>Human-Centric Vulnerabilities</vt:lpstr>
      <vt:lpstr>Logging and Monitoring</vt:lpstr>
      <vt:lpstr>Security Classifications</vt:lpstr>
      <vt:lpstr>Emerging Trends</vt:lpstr>
      <vt:lpstr>Policy Recommendations</vt:lpstr>
      <vt:lpstr>Strengths of the  Research</vt:lpstr>
      <vt:lpstr>Areas for Improvement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Sanjaya Weerakoon</dc:creator>
  <cp:lastModifiedBy>Weerakoon D.S.W it20625566</cp:lastModifiedBy>
  <cp:revision>1037</cp:revision>
  <dcterms:created xsi:type="dcterms:W3CDTF">2025-04-26T15:01:17Z</dcterms:created>
  <dcterms:modified xsi:type="dcterms:W3CDTF">2025-04-27T15:51:36Z</dcterms:modified>
</cp:coreProperties>
</file>